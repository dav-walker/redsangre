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Catamaran"/>
      <p:regular r:id="rId40"/>
      <p:bold r:id="rId41"/>
    </p:embeddedFont>
    <p:embeddedFont>
      <p:font typeface="Anaheim"/>
      <p:regular r:id="rId42"/>
      <p:bold r:id="rId43"/>
    </p:embeddedFont>
    <p:embeddedFont>
      <p:font typeface="Bebas Neue"/>
      <p:regular r:id="rId44"/>
    </p:embeddedFont>
    <p:embeddedFont>
      <p:font typeface="Be Vietnam Pro SemiBold"/>
      <p:regular r:id="rId45"/>
      <p:bold r:id="rId46"/>
      <p:italic r:id="rId47"/>
      <p:boldItalic r:id="rId48"/>
    </p:embeddedFont>
    <p:embeddedFont>
      <p:font typeface="Be Vietnam Pro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3" roundtripDataSignature="AMtx7mjXSlG55N/lc9udVlZzE5E/omxt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F77118-2AFB-44DE-A312-C654D46DA81D}">
  <a:tblStyle styleId="{1AF77118-2AFB-44DE-A312-C654D46DA81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937B710-1E7F-44BD-AD6F-46BA1B5B976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atamaran-regular.fntdata"/><Relationship Id="rId42" Type="http://schemas.openxmlformats.org/officeDocument/2006/relationships/font" Target="fonts/Anaheim-regular.fntdata"/><Relationship Id="rId41" Type="http://schemas.openxmlformats.org/officeDocument/2006/relationships/font" Target="fonts/Catamaran-bold.fntdata"/><Relationship Id="rId44" Type="http://schemas.openxmlformats.org/officeDocument/2006/relationships/font" Target="fonts/BebasNeue-regular.fntdata"/><Relationship Id="rId43" Type="http://schemas.openxmlformats.org/officeDocument/2006/relationships/font" Target="fonts/Anaheim-bold.fntdata"/><Relationship Id="rId46" Type="http://schemas.openxmlformats.org/officeDocument/2006/relationships/font" Target="fonts/BeVietnamProSemiBold-bold.fntdata"/><Relationship Id="rId45" Type="http://schemas.openxmlformats.org/officeDocument/2006/relationships/font" Target="fonts/BeVietnamPro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BeVietnamProSemiBold-boldItalic.fntdata"/><Relationship Id="rId47" Type="http://schemas.openxmlformats.org/officeDocument/2006/relationships/font" Target="fonts/BeVietnamProSemiBold-italic.fntdata"/><Relationship Id="rId49" Type="http://schemas.openxmlformats.org/officeDocument/2006/relationships/font" Target="fonts/BeVietnamPr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BeVietnamPro-italic.fntdata"/><Relationship Id="rId50" Type="http://schemas.openxmlformats.org/officeDocument/2006/relationships/font" Target="fonts/BeVietnamPro-bold.fntdata"/><Relationship Id="rId53" Type="http://customschemas.google.com/relationships/presentationmetadata" Target="metadata"/><Relationship Id="rId52" Type="http://schemas.openxmlformats.org/officeDocument/2006/relationships/font" Target="fonts/BeVietnamPr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a04938a2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fa04938a2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a04938a2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3fa04938a2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a04938a2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fa04938a2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a04938a2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fa04938a2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a04938a25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3fa04938a25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fa04938a25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g3fa04938a25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a04938a2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g3fa04938a2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a04938a25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3fa04938a25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a04938a25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g3fa04938a25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fa04938a2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g3fa04938a2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a04938a25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g3fa04938a25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fa04938a25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g3fa04938a25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fa04938a25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fa04938a25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fa04938a25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3fa04938a25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fa04938a25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g3fa04938a25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fa04938a25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g3fa04938a25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fa04938a25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g3fa04938a25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fa04938a25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g3fa04938a25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fa04938a25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g3fa04938a25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a04938a25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g3fa04938a25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fa04938a25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g3fa04938a25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fa04938a25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g3fa04938a25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fa04938a25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g3fa04938a25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fa04938a25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g3fa04938a25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fa04938a25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g3fa04938a25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fa0b64b47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g3fa0b64b47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fa0b64b47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g3fa0b64b47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4" name="Google Shape;77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58"/>
          <p:cNvGrpSpPr/>
          <p:nvPr/>
        </p:nvGrpSpPr>
        <p:grpSpPr>
          <a:xfrm>
            <a:off x="-1100172" y="-905295"/>
            <a:ext cx="5753723" cy="5701408"/>
            <a:chOff x="-1100172" y="-905295"/>
            <a:chExt cx="5753723" cy="5701408"/>
          </a:xfrm>
        </p:grpSpPr>
        <p:sp>
          <p:nvSpPr>
            <p:cNvPr id="10" name="Google Shape;10;p58"/>
            <p:cNvSpPr/>
            <p:nvPr/>
          </p:nvSpPr>
          <p:spPr>
            <a:xfrm>
              <a:off x="-696651" y="-527195"/>
              <a:ext cx="4945200" cy="4945200"/>
            </a:xfrm>
            <a:prstGeom prst="ellipse">
              <a:avLst/>
            </a:pr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  <p:sp>
          <p:nvSpPr>
            <p:cNvPr id="11" name="Google Shape;11;p58"/>
            <p:cNvSpPr/>
            <p:nvPr/>
          </p:nvSpPr>
          <p:spPr>
            <a:xfrm rot="10800000">
              <a:off x="-1100172" y="-905295"/>
              <a:ext cx="2841522" cy="5701408"/>
            </a:xfrm>
            <a:custGeom>
              <a:rect b="b" l="l" r="r" t="t"/>
              <a:pathLst>
                <a:path extrusionOk="0" h="6537" w="3258">
                  <a:moveTo>
                    <a:pt x="13" y="6537"/>
                  </a:moveTo>
                  <a:lnTo>
                    <a:pt x="0" y="6233"/>
                  </a:lnTo>
                  <a:cubicBezTo>
                    <a:pt x="918" y="6197"/>
                    <a:pt x="1685" y="5863"/>
                    <a:pt x="2218" y="5265"/>
                  </a:cubicBezTo>
                  <a:cubicBezTo>
                    <a:pt x="2692" y="4732"/>
                    <a:pt x="2954" y="4023"/>
                    <a:pt x="2954" y="3270"/>
                  </a:cubicBezTo>
                  <a:cubicBezTo>
                    <a:pt x="2954" y="2516"/>
                    <a:pt x="2692" y="1808"/>
                    <a:pt x="2218" y="1275"/>
                  </a:cubicBezTo>
                  <a:cubicBezTo>
                    <a:pt x="1685" y="676"/>
                    <a:pt x="918" y="340"/>
                    <a:pt x="0" y="303"/>
                  </a:cubicBezTo>
                  <a:lnTo>
                    <a:pt x="13" y="0"/>
                  </a:lnTo>
                  <a:cubicBezTo>
                    <a:pt x="1016" y="39"/>
                    <a:pt x="1856" y="409"/>
                    <a:pt x="2445" y="1070"/>
                  </a:cubicBezTo>
                  <a:cubicBezTo>
                    <a:pt x="2969" y="1657"/>
                    <a:pt x="3258" y="2439"/>
                    <a:pt x="3258" y="3266"/>
                  </a:cubicBezTo>
                  <a:cubicBezTo>
                    <a:pt x="3258" y="4096"/>
                    <a:pt x="2969" y="4875"/>
                    <a:pt x="2443" y="5462"/>
                  </a:cubicBezTo>
                  <a:cubicBezTo>
                    <a:pt x="1854" y="6127"/>
                    <a:pt x="1014" y="6495"/>
                    <a:pt x="13" y="6537"/>
                  </a:cubicBez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8"/>
            <p:cNvSpPr/>
            <p:nvPr/>
          </p:nvSpPr>
          <p:spPr>
            <a:xfrm rot="5400000">
              <a:off x="2227087" y="-881759"/>
              <a:ext cx="2426505" cy="2426422"/>
            </a:xfrm>
            <a:custGeom>
              <a:rect b="b" l="l" r="r" t="t"/>
              <a:pathLst>
                <a:path extrusionOk="0" h="4150" w="4150">
                  <a:moveTo>
                    <a:pt x="0" y="4150"/>
                  </a:moveTo>
                  <a:cubicBezTo>
                    <a:pt x="0" y="3041"/>
                    <a:pt x="431" y="1999"/>
                    <a:pt x="1215" y="1215"/>
                  </a:cubicBezTo>
                  <a:cubicBezTo>
                    <a:pt x="1999" y="431"/>
                    <a:pt x="3041" y="0"/>
                    <a:pt x="4150" y="0"/>
                  </a:cubicBezTo>
                  <a:lnTo>
                    <a:pt x="4150" y="303"/>
                  </a:lnTo>
                  <a:cubicBezTo>
                    <a:pt x="3121" y="303"/>
                    <a:pt x="2156" y="703"/>
                    <a:pt x="1430" y="1429"/>
                  </a:cubicBezTo>
                  <a:cubicBezTo>
                    <a:pt x="705" y="2155"/>
                    <a:pt x="303" y="3123"/>
                    <a:pt x="303" y="4150"/>
                  </a:cubicBezTo>
                  <a:lnTo>
                    <a:pt x="0" y="4150"/>
                  </a:lnTo>
                  <a:close/>
                </a:path>
              </a:pathLst>
            </a:cu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" name="Google Shape;13;p58"/>
          <p:cNvGrpSpPr/>
          <p:nvPr/>
        </p:nvGrpSpPr>
        <p:grpSpPr>
          <a:xfrm>
            <a:off x="5250303" y="-905299"/>
            <a:ext cx="3738222" cy="6134750"/>
            <a:chOff x="5250303" y="-905299"/>
            <a:chExt cx="3738222" cy="6134750"/>
          </a:xfrm>
        </p:grpSpPr>
        <p:sp>
          <p:nvSpPr>
            <p:cNvPr id="14" name="Google Shape;14;p58"/>
            <p:cNvSpPr/>
            <p:nvPr/>
          </p:nvSpPr>
          <p:spPr>
            <a:xfrm>
              <a:off x="8814150" y="1313825"/>
              <a:ext cx="174375" cy="3915626"/>
            </a:xfrm>
            <a:custGeom>
              <a:rect b="b" l="l" r="r" t="t"/>
              <a:pathLst>
                <a:path extrusionOk="0" h="2194" w="303">
                  <a:moveTo>
                    <a:pt x="0" y="0"/>
                  </a:moveTo>
                  <a:lnTo>
                    <a:pt x="303" y="0"/>
                  </a:lnTo>
                  <a:lnTo>
                    <a:pt x="303" y="2194"/>
                  </a:lnTo>
                  <a:lnTo>
                    <a:pt x="0" y="21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58"/>
            <p:cNvSpPr/>
            <p:nvPr/>
          </p:nvSpPr>
          <p:spPr>
            <a:xfrm>
              <a:off x="8647350" y="98400"/>
              <a:ext cx="282900" cy="282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  <p:sp>
          <p:nvSpPr>
            <p:cNvPr id="16" name="Google Shape;16;p58"/>
            <p:cNvSpPr/>
            <p:nvPr/>
          </p:nvSpPr>
          <p:spPr>
            <a:xfrm>
              <a:off x="5250303" y="-3"/>
              <a:ext cx="2800294" cy="1401000"/>
            </a:xfrm>
            <a:custGeom>
              <a:rect b="b" l="l" r="r" t="t"/>
              <a:pathLst>
                <a:path extrusionOk="0" h="1597" w="3192">
                  <a:moveTo>
                    <a:pt x="1594" y="1597"/>
                  </a:moveTo>
                  <a:lnTo>
                    <a:pt x="1594" y="1597"/>
                  </a:lnTo>
                  <a:cubicBezTo>
                    <a:pt x="1189" y="1597"/>
                    <a:pt x="810" y="1456"/>
                    <a:pt x="522" y="1198"/>
                  </a:cubicBezTo>
                  <a:cubicBezTo>
                    <a:pt x="199" y="910"/>
                    <a:pt x="17" y="501"/>
                    <a:pt x="0" y="13"/>
                  </a:cubicBezTo>
                  <a:lnTo>
                    <a:pt x="303" y="0"/>
                  </a:lnTo>
                  <a:cubicBezTo>
                    <a:pt x="318" y="403"/>
                    <a:pt x="465" y="739"/>
                    <a:pt x="725" y="971"/>
                  </a:cubicBezTo>
                  <a:cubicBezTo>
                    <a:pt x="957" y="1177"/>
                    <a:pt x="1267" y="1291"/>
                    <a:pt x="1596" y="1291"/>
                  </a:cubicBezTo>
                  <a:lnTo>
                    <a:pt x="1596" y="1291"/>
                  </a:lnTo>
                  <a:cubicBezTo>
                    <a:pt x="1925" y="1291"/>
                    <a:pt x="2235" y="1177"/>
                    <a:pt x="2467" y="971"/>
                  </a:cubicBezTo>
                  <a:cubicBezTo>
                    <a:pt x="2727" y="739"/>
                    <a:pt x="2872" y="403"/>
                    <a:pt x="2889" y="0"/>
                  </a:cubicBezTo>
                  <a:lnTo>
                    <a:pt x="3192" y="13"/>
                  </a:lnTo>
                  <a:cubicBezTo>
                    <a:pt x="3173" y="501"/>
                    <a:pt x="2993" y="910"/>
                    <a:pt x="2668" y="1198"/>
                  </a:cubicBezTo>
                  <a:cubicBezTo>
                    <a:pt x="2378" y="1456"/>
                    <a:pt x="1997" y="1597"/>
                    <a:pt x="1594" y="1597"/>
                  </a:cubicBez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58"/>
            <p:cNvSpPr/>
            <p:nvPr/>
          </p:nvSpPr>
          <p:spPr>
            <a:xfrm>
              <a:off x="5727650" y="-905299"/>
              <a:ext cx="1845600" cy="1845600"/>
            </a:xfrm>
            <a:prstGeom prst="ellipse">
              <a:avLst/>
            </a:pr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</p:grpSp>
      <p:sp>
        <p:nvSpPr>
          <p:cNvPr id="18" name="Google Shape;18;p58"/>
          <p:cNvSpPr txBox="1"/>
          <p:nvPr>
            <p:ph type="ctrTitle"/>
          </p:nvPr>
        </p:nvSpPr>
        <p:spPr>
          <a:xfrm>
            <a:off x="4248550" y="2008100"/>
            <a:ext cx="4082100" cy="184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9" name="Google Shape;19;p58"/>
          <p:cNvSpPr txBox="1"/>
          <p:nvPr>
            <p:ph idx="1" type="subTitle"/>
          </p:nvPr>
        </p:nvSpPr>
        <p:spPr>
          <a:xfrm>
            <a:off x="4248564" y="3800825"/>
            <a:ext cx="4082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" name="Google Shape;20;p58"/>
          <p:cNvSpPr/>
          <p:nvPr>
            <p:ph idx="2" type="pic"/>
          </p:nvPr>
        </p:nvSpPr>
        <p:spPr>
          <a:xfrm>
            <a:off x="-301608" y="-151607"/>
            <a:ext cx="4155000" cy="41940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59"/>
          <p:cNvGrpSpPr/>
          <p:nvPr/>
        </p:nvGrpSpPr>
        <p:grpSpPr>
          <a:xfrm>
            <a:off x="-850774" y="-77075"/>
            <a:ext cx="9958183" cy="5219511"/>
            <a:chOff x="-850774" y="-77075"/>
            <a:chExt cx="9958183" cy="5219511"/>
          </a:xfrm>
        </p:grpSpPr>
        <p:sp>
          <p:nvSpPr>
            <p:cNvPr id="23" name="Google Shape;23;p59"/>
            <p:cNvSpPr/>
            <p:nvPr/>
          </p:nvSpPr>
          <p:spPr>
            <a:xfrm>
              <a:off x="8895459" y="2835559"/>
              <a:ext cx="211950" cy="2306877"/>
            </a:xfrm>
            <a:custGeom>
              <a:rect b="b" l="l" r="r" t="t"/>
              <a:pathLst>
                <a:path extrusionOk="0" h="3298" w="303">
                  <a:moveTo>
                    <a:pt x="0" y="0"/>
                  </a:moveTo>
                  <a:lnTo>
                    <a:pt x="303" y="0"/>
                  </a:lnTo>
                  <a:lnTo>
                    <a:pt x="303" y="3298"/>
                  </a:lnTo>
                  <a:lnTo>
                    <a:pt x="0" y="3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59"/>
            <p:cNvSpPr/>
            <p:nvPr/>
          </p:nvSpPr>
          <p:spPr>
            <a:xfrm>
              <a:off x="8565857" y="3607626"/>
              <a:ext cx="211950" cy="1534802"/>
            </a:xfrm>
            <a:custGeom>
              <a:rect b="b" l="l" r="r" t="t"/>
              <a:pathLst>
                <a:path extrusionOk="0" h="2194" w="303">
                  <a:moveTo>
                    <a:pt x="0" y="0"/>
                  </a:moveTo>
                  <a:lnTo>
                    <a:pt x="303" y="0"/>
                  </a:lnTo>
                  <a:lnTo>
                    <a:pt x="303" y="2194"/>
                  </a:lnTo>
                  <a:lnTo>
                    <a:pt x="0" y="21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59"/>
            <p:cNvSpPr/>
            <p:nvPr/>
          </p:nvSpPr>
          <p:spPr>
            <a:xfrm flipH="1" rot="10800000">
              <a:off x="-850774" y="-77075"/>
              <a:ext cx="1496273" cy="1957527"/>
            </a:xfrm>
            <a:custGeom>
              <a:rect b="b" l="l" r="r" t="t"/>
              <a:pathLst>
                <a:path extrusionOk="0" h="4715" w="3604">
                  <a:moveTo>
                    <a:pt x="3604" y="4715"/>
                  </a:moveTo>
                  <a:lnTo>
                    <a:pt x="3301" y="4715"/>
                  </a:lnTo>
                  <a:lnTo>
                    <a:pt x="3301" y="1796"/>
                  </a:lnTo>
                  <a:cubicBezTo>
                    <a:pt x="3282" y="1330"/>
                    <a:pt x="3113" y="945"/>
                    <a:pt x="2812" y="676"/>
                  </a:cubicBezTo>
                  <a:cubicBezTo>
                    <a:pt x="2543" y="436"/>
                    <a:pt x="2184" y="303"/>
                    <a:pt x="1802" y="303"/>
                  </a:cubicBezTo>
                  <a:lnTo>
                    <a:pt x="1802" y="303"/>
                  </a:lnTo>
                  <a:cubicBezTo>
                    <a:pt x="1421" y="303"/>
                    <a:pt x="1062" y="436"/>
                    <a:pt x="793" y="676"/>
                  </a:cubicBezTo>
                  <a:cubicBezTo>
                    <a:pt x="492" y="945"/>
                    <a:pt x="323" y="1332"/>
                    <a:pt x="304" y="1796"/>
                  </a:cubicBezTo>
                  <a:lnTo>
                    <a:pt x="304" y="3429"/>
                  </a:lnTo>
                  <a:lnTo>
                    <a:pt x="0" y="3429"/>
                  </a:lnTo>
                  <a:lnTo>
                    <a:pt x="0" y="1787"/>
                  </a:lnTo>
                  <a:cubicBezTo>
                    <a:pt x="22" y="1237"/>
                    <a:pt x="226" y="773"/>
                    <a:pt x="592" y="449"/>
                  </a:cubicBezTo>
                  <a:cubicBezTo>
                    <a:pt x="916" y="158"/>
                    <a:pt x="1345" y="0"/>
                    <a:pt x="1802" y="0"/>
                  </a:cubicBezTo>
                  <a:lnTo>
                    <a:pt x="1802" y="0"/>
                  </a:lnTo>
                  <a:cubicBezTo>
                    <a:pt x="2259" y="0"/>
                    <a:pt x="2688" y="160"/>
                    <a:pt x="3013" y="449"/>
                  </a:cubicBezTo>
                  <a:cubicBezTo>
                    <a:pt x="3377" y="773"/>
                    <a:pt x="3583" y="1237"/>
                    <a:pt x="3604" y="1787"/>
                  </a:cubicBezTo>
                  <a:lnTo>
                    <a:pt x="3604" y="1794"/>
                  </a:lnTo>
                  <a:lnTo>
                    <a:pt x="3604" y="4715"/>
                  </a:lnTo>
                  <a:close/>
                </a:path>
              </a:pathLst>
            </a:cu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59"/>
            <p:cNvSpPr/>
            <p:nvPr/>
          </p:nvSpPr>
          <p:spPr>
            <a:xfrm>
              <a:off x="-600484" y="613500"/>
              <a:ext cx="995700" cy="996000"/>
            </a:xfrm>
            <a:prstGeom prst="ellipse">
              <a:avLst/>
            </a:pr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</p:grpSp>
      <p:sp>
        <p:nvSpPr>
          <p:cNvPr id="27" name="Google Shape;27;p59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60"/>
          <p:cNvGrpSpPr/>
          <p:nvPr/>
        </p:nvGrpSpPr>
        <p:grpSpPr>
          <a:xfrm>
            <a:off x="282625" y="-566630"/>
            <a:ext cx="8861367" cy="5764284"/>
            <a:chOff x="282625" y="-566630"/>
            <a:chExt cx="8861367" cy="5764284"/>
          </a:xfrm>
        </p:grpSpPr>
        <p:sp>
          <p:nvSpPr>
            <p:cNvPr id="30" name="Google Shape;30;p60"/>
            <p:cNvSpPr/>
            <p:nvPr/>
          </p:nvSpPr>
          <p:spPr>
            <a:xfrm rot="5400000">
              <a:off x="7484463" y="-13903"/>
              <a:ext cx="2212256" cy="1106801"/>
            </a:xfrm>
            <a:custGeom>
              <a:rect b="b" l="l" r="r" t="t"/>
              <a:pathLst>
                <a:path extrusionOk="0" h="1597" w="3192">
                  <a:moveTo>
                    <a:pt x="1594" y="1597"/>
                  </a:moveTo>
                  <a:lnTo>
                    <a:pt x="1594" y="1597"/>
                  </a:lnTo>
                  <a:cubicBezTo>
                    <a:pt x="1189" y="1597"/>
                    <a:pt x="810" y="1456"/>
                    <a:pt x="522" y="1198"/>
                  </a:cubicBezTo>
                  <a:cubicBezTo>
                    <a:pt x="199" y="910"/>
                    <a:pt x="17" y="501"/>
                    <a:pt x="0" y="13"/>
                  </a:cubicBezTo>
                  <a:lnTo>
                    <a:pt x="303" y="0"/>
                  </a:lnTo>
                  <a:cubicBezTo>
                    <a:pt x="318" y="403"/>
                    <a:pt x="465" y="739"/>
                    <a:pt x="725" y="971"/>
                  </a:cubicBezTo>
                  <a:cubicBezTo>
                    <a:pt x="957" y="1177"/>
                    <a:pt x="1267" y="1291"/>
                    <a:pt x="1596" y="1291"/>
                  </a:cubicBezTo>
                  <a:lnTo>
                    <a:pt x="1596" y="1291"/>
                  </a:lnTo>
                  <a:cubicBezTo>
                    <a:pt x="1925" y="1291"/>
                    <a:pt x="2235" y="1177"/>
                    <a:pt x="2467" y="971"/>
                  </a:cubicBezTo>
                  <a:cubicBezTo>
                    <a:pt x="2727" y="739"/>
                    <a:pt x="2872" y="403"/>
                    <a:pt x="2889" y="0"/>
                  </a:cubicBezTo>
                  <a:lnTo>
                    <a:pt x="3192" y="13"/>
                  </a:lnTo>
                  <a:cubicBezTo>
                    <a:pt x="3173" y="501"/>
                    <a:pt x="2993" y="910"/>
                    <a:pt x="2668" y="1198"/>
                  </a:cubicBezTo>
                  <a:cubicBezTo>
                    <a:pt x="2378" y="1456"/>
                    <a:pt x="1997" y="1597"/>
                    <a:pt x="1594" y="1597"/>
                  </a:cubicBez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60"/>
            <p:cNvSpPr/>
            <p:nvPr/>
          </p:nvSpPr>
          <p:spPr>
            <a:xfrm>
              <a:off x="282625" y="3516926"/>
              <a:ext cx="188400" cy="1680727"/>
            </a:xfrm>
            <a:custGeom>
              <a:rect b="b" l="l" r="r" t="t"/>
              <a:pathLst>
                <a:path extrusionOk="0" h="3298" w="303">
                  <a:moveTo>
                    <a:pt x="0" y="0"/>
                  </a:moveTo>
                  <a:lnTo>
                    <a:pt x="303" y="0"/>
                  </a:lnTo>
                  <a:lnTo>
                    <a:pt x="303" y="3298"/>
                  </a:lnTo>
                  <a:lnTo>
                    <a:pt x="0" y="3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60"/>
            <p:cNvSpPr/>
            <p:nvPr/>
          </p:nvSpPr>
          <p:spPr>
            <a:xfrm>
              <a:off x="8618925" y="4690300"/>
              <a:ext cx="282900" cy="282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</p:grpSp>
      <p:sp>
        <p:nvSpPr>
          <p:cNvPr id="33" name="Google Shape;33;p60"/>
          <p:cNvSpPr txBox="1"/>
          <p:nvPr>
            <p:ph idx="1" type="body"/>
          </p:nvPr>
        </p:nvSpPr>
        <p:spPr>
          <a:xfrm>
            <a:off x="720000" y="1215750"/>
            <a:ext cx="77040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4" name="Google Shape;34;p60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61"/>
          <p:cNvGrpSpPr/>
          <p:nvPr/>
        </p:nvGrpSpPr>
        <p:grpSpPr>
          <a:xfrm>
            <a:off x="293700" y="98400"/>
            <a:ext cx="8766895" cy="5266940"/>
            <a:chOff x="293700" y="98400"/>
            <a:chExt cx="8766895" cy="5266940"/>
          </a:xfrm>
        </p:grpSpPr>
        <p:sp>
          <p:nvSpPr>
            <p:cNvPr id="37" name="Google Shape;37;p61"/>
            <p:cNvSpPr/>
            <p:nvPr/>
          </p:nvSpPr>
          <p:spPr>
            <a:xfrm>
              <a:off x="293700" y="1313825"/>
              <a:ext cx="174375" cy="3915626"/>
            </a:xfrm>
            <a:custGeom>
              <a:rect b="b" l="l" r="r" t="t"/>
              <a:pathLst>
                <a:path extrusionOk="0" h="2194" w="303">
                  <a:moveTo>
                    <a:pt x="0" y="0"/>
                  </a:moveTo>
                  <a:lnTo>
                    <a:pt x="303" y="0"/>
                  </a:lnTo>
                  <a:lnTo>
                    <a:pt x="303" y="2194"/>
                  </a:lnTo>
                  <a:lnTo>
                    <a:pt x="0" y="21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61"/>
            <p:cNvSpPr/>
            <p:nvPr/>
          </p:nvSpPr>
          <p:spPr>
            <a:xfrm>
              <a:off x="8647350" y="98400"/>
              <a:ext cx="282900" cy="282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  <p:sp>
          <p:nvSpPr>
            <p:cNvPr id="39" name="Google Shape;39;p61"/>
            <p:cNvSpPr/>
            <p:nvPr/>
          </p:nvSpPr>
          <p:spPr>
            <a:xfrm>
              <a:off x="8516995" y="4049900"/>
              <a:ext cx="543600" cy="1315440"/>
            </a:xfrm>
            <a:custGeom>
              <a:rect b="b" l="l" r="r" t="t"/>
              <a:pathLst>
                <a:path extrusionOk="0" h="3654" w="1510">
                  <a:moveTo>
                    <a:pt x="310" y="3654"/>
                  </a:moveTo>
                  <a:lnTo>
                    <a:pt x="7" y="3654"/>
                  </a:lnTo>
                  <a:cubicBezTo>
                    <a:pt x="7" y="3628"/>
                    <a:pt x="7" y="1495"/>
                    <a:pt x="7" y="902"/>
                  </a:cubicBezTo>
                  <a:lnTo>
                    <a:pt x="0" y="902"/>
                  </a:lnTo>
                  <a:lnTo>
                    <a:pt x="7" y="743"/>
                  </a:lnTo>
                  <a:cubicBezTo>
                    <a:pt x="15" y="516"/>
                    <a:pt x="102" y="325"/>
                    <a:pt x="254" y="189"/>
                  </a:cubicBezTo>
                  <a:cubicBezTo>
                    <a:pt x="390" y="68"/>
                    <a:pt x="568" y="0"/>
                    <a:pt x="758" y="0"/>
                  </a:cubicBezTo>
                  <a:lnTo>
                    <a:pt x="758" y="0"/>
                  </a:lnTo>
                  <a:cubicBezTo>
                    <a:pt x="949" y="0"/>
                    <a:pt x="1127" y="68"/>
                    <a:pt x="1263" y="189"/>
                  </a:cubicBezTo>
                  <a:cubicBezTo>
                    <a:pt x="1415" y="325"/>
                    <a:pt x="1501" y="516"/>
                    <a:pt x="1510" y="743"/>
                  </a:cubicBezTo>
                  <a:lnTo>
                    <a:pt x="1510" y="750"/>
                  </a:lnTo>
                  <a:lnTo>
                    <a:pt x="1510" y="1644"/>
                  </a:lnTo>
                  <a:lnTo>
                    <a:pt x="1207" y="1644"/>
                  </a:lnTo>
                  <a:lnTo>
                    <a:pt x="1207" y="754"/>
                  </a:lnTo>
                  <a:cubicBezTo>
                    <a:pt x="1194" y="444"/>
                    <a:pt x="973" y="306"/>
                    <a:pt x="758" y="306"/>
                  </a:cubicBezTo>
                  <a:cubicBezTo>
                    <a:pt x="544" y="306"/>
                    <a:pt x="323" y="444"/>
                    <a:pt x="310" y="754"/>
                  </a:cubicBezTo>
                  <a:cubicBezTo>
                    <a:pt x="310" y="756"/>
                    <a:pt x="310" y="756"/>
                    <a:pt x="310" y="759"/>
                  </a:cubicBezTo>
                  <a:lnTo>
                    <a:pt x="310" y="36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" name="Google Shape;40;p61"/>
          <p:cNvSpPr txBox="1"/>
          <p:nvPr>
            <p:ph idx="1" type="subTitle"/>
          </p:nvPr>
        </p:nvSpPr>
        <p:spPr>
          <a:xfrm>
            <a:off x="1757222" y="1984850"/>
            <a:ext cx="25947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1"/>
          <p:cNvSpPr txBox="1"/>
          <p:nvPr>
            <p:ph idx="2" type="subTitle"/>
          </p:nvPr>
        </p:nvSpPr>
        <p:spPr>
          <a:xfrm>
            <a:off x="5602973" y="1984850"/>
            <a:ext cx="25947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1"/>
          <p:cNvSpPr txBox="1"/>
          <p:nvPr>
            <p:ph idx="3" type="subTitle"/>
          </p:nvPr>
        </p:nvSpPr>
        <p:spPr>
          <a:xfrm>
            <a:off x="1757222" y="3569475"/>
            <a:ext cx="25947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1"/>
          <p:cNvSpPr txBox="1"/>
          <p:nvPr>
            <p:ph idx="4" type="subTitle"/>
          </p:nvPr>
        </p:nvSpPr>
        <p:spPr>
          <a:xfrm>
            <a:off x="5602973" y="3569475"/>
            <a:ext cx="25947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1"/>
          <p:cNvSpPr txBox="1"/>
          <p:nvPr>
            <p:ph type="title"/>
          </p:nvPr>
        </p:nvSpPr>
        <p:spPr>
          <a:xfrm>
            <a:off x="946322" y="1639125"/>
            <a:ext cx="734700" cy="839400"/>
          </a:xfrm>
          <a:prstGeom prst="rect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" name="Google Shape;45;p61"/>
          <p:cNvSpPr txBox="1"/>
          <p:nvPr>
            <p:ph idx="5" type="title"/>
          </p:nvPr>
        </p:nvSpPr>
        <p:spPr>
          <a:xfrm>
            <a:off x="946322" y="3223800"/>
            <a:ext cx="734700" cy="839400"/>
          </a:xfrm>
          <a:prstGeom prst="rect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" name="Google Shape;46;p61"/>
          <p:cNvSpPr txBox="1"/>
          <p:nvPr>
            <p:ph idx="6" type="title"/>
          </p:nvPr>
        </p:nvSpPr>
        <p:spPr>
          <a:xfrm>
            <a:off x="4792072" y="1639125"/>
            <a:ext cx="734700" cy="839400"/>
          </a:xfrm>
          <a:prstGeom prst="rect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" name="Google Shape;47;p61"/>
          <p:cNvSpPr txBox="1"/>
          <p:nvPr>
            <p:ph idx="7" type="title"/>
          </p:nvPr>
        </p:nvSpPr>
        <p:spPr>
          <a:xfrm>
            <a:off x="4792072" y="3223800"/>
            <a:ext cx="734700" cy="839400"/>
          </a:xfrm>
          <a:prstGeom prst="rect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" name="Google Shape;48;p61"/>
          <p:cNvSpPr txBox="1"/>
          <p:nvPr>
            <p:ph idx="8" type="subTitle"/>
          </p:nvPr>
        </p:nvSpPr>
        <p:spPr>
          <a:xfrm>
            <a:off x="1757222" y="1562925"/>
            <a:ext cx="2594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9" name="Google Shape;49;p61"/>
          <p:cNvSpPr txBox="1"/>
          <p:nvPr>
            <p:ph idx="9" type="subTitle"/>
          </p:nvPr>
        </p:nvSpPr>
        <p:spPr>
          <a:xfrm>
            <a:off x="5602978" y="1562925"/>
            <a:ext cx="2594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" name="Google Shape;50;p61"/>
          <p:cNvSpPr txBox="1"/>
          <p:nvPr>
            <p:ph idx="13" type="subTitle"/>
          </p:nvPr>
        </p:nvSpPr>
        <p:spPr>
          <a:xfrm>
            <a:off x="1757222" y="3147600"/>
            <a:ext cx="2594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" name="Google Shape;51;p61"/>
          <p:cNvSpPr txBox="1"/>
          <p:nvPr>
            <p:ph idx="14" type="subTitle"/>
          </p:nvPr>
        </p:nvSpPr>
        <p:spPr>
          <a:xfrm>
            <a:off x="5602978" y="3147600"/>
            <a:ext cx="2594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" name="Google Shape;52;p61"/>
          <p:cNvSpPr txBox="1"/>
          <p:nvPr>
            <p:ph idx="15"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62"/>
          <p:cNvGrpSpPr/>
          <p:nvPr/>
        </p:nvGrpSpPr>
        <p:grpSpPr>
          <a:xfrm>
            <a:off x="4975889" y="-467908"/>
            <a:ext cx="5317086" cy="6563534"/>
            <a:chOff x="4975889" y="-467908"/>
            <a:chExt cx="5317086" cy="6563534"/>
          </a:xfrm>
        </p:grpSpPr>
        <p:sp>
          <p:nvSpPr>
            <p:cNvPr id="55" name="Google Shape;55;p62"/>
            <p:cNvSpPr/>
            <p:nvPr/>
          </p:nvSpPr>
          <p:spPr>
            <a:xfrm>
              <a:off x="5205275" y="-223350"/>
              <a:ext cx="5087700" cy="5087700"/>
            </a:xfrm>
            <a:prstGeom prst="ellipse">
              <a:avLst/>
            </a:pr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  <p:sp>
          <p:nvSpPr>
            <p:cNvPr id="56" name="Google Shape;56;p62"/>
            <p:cNvSpPr/>
            <p:nvPr/>
          </p:nvSpPr>
          <p:spPr>
            <a:xfrm>
              <a:off x="4975889" y="-467908"/>
              <a:ext cx="2657169" cy="2657223"/>
            </a:xfrm>
            <a:custGeom>
              <a:rect b="b" l="l" r="r" t="t"/>
              <a:pathLst>
                <a:path extrusionOk="0" h="4347" w="4347">
                  <a:moveTo>
                    <a:pt x="303" y="4347"/>
                  </a:moveTo>
                  <a:lnTo>
                    <a:pt x="0" y="4347"/>
                  </a:lnTo>
                  <a:cubicBezTo>
                    <a:pt x="0" y="1950"/>
                    <a:pt x="1949" y="0"/>
                    <a:pt x="4347" y="0"/>
                  </a:cubicBezTo>
                  <a:lnTo>
                    <a:pt x="4347" y="304"/>
                  </a:lnTo>
                  <a:cubicBezTo>
                    <a:pt x="2118" y="306"/>
                    <a:pt x="303" y="2119"/>
                    <a:pt x="303" y="4347"/>
                  </a:cubicBezTo>
                  <a:close/>
                </a:path>
              </a:pathLst>
            </a:cu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62"/>
            <p:cNvSpPr/>
            <p:nvPr/>
          </p:nvSpPr>
          <p:spPr>
            <a:xfrm rot="-9149962">
              <a:off x="7059610" y="3037882"/>
              <a:ext cx="2603757" cy="2603692"/>
            </a:xfrm>
            <a:custGeom>
              <a:rect b="b" l="l" r="r" t="t"/>
              <a:pathLst>
                <a:path extrusionOk="0" h="4150" w="4150">
                  <a:moveTo>
                    <a:pt x="0" y="4150"/>
                  </a:moveTo>
                  <a:cubicBezTo>
                    <a:pt x="0" y="3041"/>
                    <a:pt x="431" y="1999"/>
                    <a:pt x="1215" y="1215"/>
                  </a:cubicBezTo>
                  <a:cubicBezTo>
                    <a:pt x="1999" y="431"/>
                    <a:pt x="3041" y="0"/>
                    <a:pt x="4150" y="0"/>
                  </a:cubicBezTo>
                  <a:lnTo>
                    <a:pt x="4150" y="303"/>
                  </a:lnTo>
                  <a:cubicBezTo>
                    <a:pt x="3121" y="303"/>
                    <a:pt x="2156" y="703"/>
                    <a:pt x="1430" y="1429"/>
                  </a:cubicBezTo>
                  <a:cubicBezTo>
                    <a:pt x="705" y="2155"/>
                    <a:pt x="303" y="3123"/>
                    <a:pt x="303" y="4150"/>
                  </a:cubicBezTo>
                  <a:lnTo>
                    <a:pt x="0" y="4150"/>
                  </a:lnTo>
                  <a:close/>
                </a:path>
              </a:pathLst>
            </a:cu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" name="Google Shape;58;p62"/>
          <p:cNvGrpSpPr/>
          <p:nvPr/>
        </p:nvGrpSpPr>
        <p:grpSpPr>
          <a:xfrm>
            <a:off x="-602780" y="92291"/>
            <a:ext cx="5405063" cy="5174856"/>
            <a:chOff x="-602780" y="92292"/>
            <a:chExt cx="5405063" cy="5174856"/>
          </a:xfrm>
        </p:grpSpPr>
        <p:sp>
          <p:nvSpPr>
            <p:cNvPr id="59" name="Google Shape;59;p62"/>
            <p:cNvSpPr/>
            <p:nvPr/>
          </p:nvSpPr>
          <p:spPr>
            <a:xfrm flipH="1" rot="10800000">
              <a:off x="3653163" y="4692228"/>
              <a:ext cx="1149120" cy="574920"/>
            </a:xfrm>
            <a:custGeom>
              <a:rect b="b" l="l" r="r" t="t"/>
              <a:pathLst>
                <a:path extrusionOk="0" h="1597" w="3192">
                  <a:moveTo>
                    <a:pt x="1594" y="1597"/>
                  </a:moveTo>
                  <a:lnTo>
                    <a:pt x="1594" y="1597"/>
                  </a:lnTo>
                  <a:cubicBezTo>
                    <a:pt x="1189" y="1597"/>
                    <a:pt x="810" y="1456"/>
                    <a:pt x="522" y="1198"/>
                  </a:cubicBezTo>
                  <a:cubicBezTo>
                    <a:pt x="199" y="910"/>
                    <a:pt x="17" y="501"/>
                    <a:pt x="0" y="13"/>
                  </a:cubicBezTo>
                  <a:lnTo>
                    <a:pt x="303" y="0"/>
                  </a:lnTo>
                  <a:cubicBezTo>
                    <a:pt x="318" y="403"/>
                    <a:pt x="465" y="739"/>
                    <a:pt x="725" y="971"/>
                  </a:cubicBezTo>
                  <a:cubicBezTo>
                    <a:pt x="957" y="1177"/>
                    <a:pt x="1267" y="1291"/>
                    <a:pt x="1596" y="1291"/>
                  </a:cubicBezTo>
                  <a:lnTo>
                    <a:pt x="1596" y="1291"/>
                  </a:lnTo>
                  <a:cubicBezTo>
                    <a:pt x="1925" y="1291"/>
                    <a:pt x="2235" y="1177"/>
                    <a:pt x="2467" y="971"/>
                  </a:cubicBezTo>
                  <a:cubicBezTo>
                    <a:pt x="2727" y="739"/>
                    <a:pt x="2872" y="403"/>
                    <a:pt x="2889" y="0"/>
                  </a:cubicBezTo>
                  <a:lnTo>
                    <a:pt x="3192" y="13"/>
                  </a:lnTo>
                  <a:cubicBezTo>
                    <a:pt x="3173" y="501"/>
                    <a:pt x="2993" y="910"/>
                    <a:pt x="2668" y="1198"/>
                  </a:cubicBezTo>
                  <a:cubicBezTo>
                    <a:pt x="2378" y="1456"/>
                    <a:pt x="1997" y="1597"/>
                    <a:pt x="1594" y="1597"/>
                  </a:cubicBezTo>
                  <a:close/>
                </a:path>
              </a:pathLst>
            </a:cu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62"/>
            <p:cNvSpPr/>
            <p:nvPr/>
          </p:nvSpPr>
          <p:spPr>
            <a:xfrm flipH="1">
              <a:off x="-602780" y="92292"/>
              <a:ext cx="2066400" cy="1807200"/>
            </a:xfrm>
            <a:custGeom>
              <a:rect b="b" l="l" r="r" t="t"/>
              <a:pathLst>
                <a:path extrusionOk="0" h="5020" w="5740">
                  <a:moveTo>
                    <a:pt x="2491" y="5020"/>
                  </a:moveTo>
                  <a:cubicBezTo>
                    <a:pt x="1722" y="4990"/>
                    <a:pt x="1077" y="4706"/>
                    <a:pt x="624" y="4197"/>
                  </a:cubicBezTo>
                  <a:cubicBezTo>
                    <a:pt x="221" y="3745"/>
                    <a:pt x="0" y="3147"/>
                    <a:pt x="0" y="2510"/>
                  </a:cubicBezTo>
                  <a:cubicBezTo>
                    <a:pt x="0" y="1873"/>
                    <a:pt x="223" y="1275"/>
                    <a:pt x="626" y="823"/>
                  </a:cubicBezTo>
                  <a:cubicBezTo>
                    <a:pt x="1079" y="316"/>
                    <a:pt x="1724" y="30"/>
                    <a:pt x="2493" y="0"/>
                  </a:cubicBezTo>
                  <a:lnTo>
                    <a:pt x="2500" y="0"/>
                  </a:lnTo>
                  <a:lnTo>
                    <a:pt x="5740" y="0"/>
                  </a:lnTo>
                  <a:lnTo>
                    <a:pt x="5740" y="303"/>
                  </a:lnTo>
                  <a:lnTo>
                    <a:pt x="2500" y="303"/>
                  </a:lnTo>
                  <a:cubicBezTo>
                    <a:pt x="1817" y="331"/>
                    <a:pt x="1248" y="580"/>
                    <a:pt x="851" y="1024"/>
                  </a:cubicBezTo>
                  <a:cubicBezTo>
                    <a:pt x="498" y="1421"/>
                    <a:pt x="303" y="1949"/>
                    <a:pt x="303" y="2510"/>
                  </a:cubicBezTo>
                  <a:cubicBezTo>
                    <a:pt x="303" y="3071"/>
                    <a:pt x="498" y="3600"/>
                    <a:pt x="851" y="3996"/>
                  </a:cubicBezTo>
                  <a:cubicBezTo>
                    <a:pt x="1248" y="4440"/>
                    <a:pt x="1820" y="4691"/>
                    <a:pt x="2504" y="4717"/>
                  </a:cubicBezTo>
                  <a:lnTo>
                    <a:pt x="2491" y="5020"/>
                  </a:lnTo>
                  <a:close/>
                </a:path>
              </a:pathLst>
            </a:cu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62"/>
            <p:cNvSpPr/>
            <p:nvPr/>
          </p:nvSpPr>
          <p:spPr>
            <a:xfrm>
              <a:off x="222450" y="4683100"/>
              <a:ext cx="282900" cy="282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  <p:sp>
          <p:nvSpPr>
            <p:cNvPr id="62" name="Google Shape;62;p62"/>
            <p:cNvSpPr/>
            <p:nvPr/>
          </p:nvSpPr>
          <p:spPr>
            <a:xfrm>
              <a:off x="-68625" y="344450"/>
              <a:ext cx="1302900" cy="1302900"/>
            </a:xfrm>
            <a:prstGeom prst="ellipse">
              <a:avLst/>
            </a:pr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</p:grpSp>
      <p:sp>
        <p:nvSpPr>
          <p:cNvPr id="63" name="Google Shape;63;p62"/>
          <p:cNvSpPr txBox="1"/>
          <p:nvPr>
            <p:ph type="title"/>
          </p:nvPr>
        </p:nvSpPr>
        <p:spPr>
          <a:xfrm>
            <a:off x="514750" y="2183750"/>
            <a:ext cx="4628400" cy="14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87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4" name="Google Shape;64;p62"/>
          <p:cNvSpPr txBox="1"/>
          <p:nvPr>
            <p:ph idx="1" type="subTitle"/>
          </p:nvPr>
        </p:nvSpPr>
        <p:spPr>
          <a:xfrm>
            <a:off x="713225" y="3594600"/>
            <a:ext cx="46284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2"/>
          <p:cNvSpPr/>
          <p:nvPr>
            <p:ph idx="2" type="pic"/>
          </p:nvPr>
        </p:nvSpPr>
        <p:spPr>
          <a:xfrm>
            <a:off x="5516225" y="66450"/>
            <a:ext cx="4465800" cy="45081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63"/>
          <p:cNvGrpSpPr/>
          <p:nvPr/>
        </p:nvGrpSpPr>
        <p:grpSpPr>
          <a:xfrm>
            <a:off x="3654187" y="-489493"/>
            <a:ext cx="5251013" cy="5466193"/>
            <a:chOff x="3654187" y="-489493"/>
            <a:chExt cx="5251013" cy="5466193"/>
          </a:xfrm>
        </p:grpSpPr>
        <p:sp>
          <p:nvSpPr>
            <p:cNvPr id="68" name="Google Shape;68;p63"/>
            <p:cNvSpPr/>
            <p:nvPr/>
          </p:nvSpPr>
          <p:spPr>
            <a:xfrm>
              <a:off x="4167649" y="-311375"/>
              <a:ext cx="1546200" cy="1546200"/>
            </a:xfrm>
            <a:prstGeom prst="ellipse">
              <a:avLst/>
            </a:pr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1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69" name="Google Shape;69;p63"/>
            <p:cNvSpPr/>
            <p:nvPr/>
          </p:nvSpPr>
          <p:spPr>
            <a:xfrm rot="4768419">
              <a:off x="3816409" y="-327881"/>
              <a:ext cx="1952129" cy="1952806"/>
            </a:xfrm>
            <a:custGeom>
              <a:rect b="b" l="l" r="r" t="t"/>
              <a:pathLst>
                <a:path extrusionOk="0" h="2915" w="2914">
                  <a:moveTo>
                    <a:pt x="1198" y="2915"/>
                  </a:moveTo>
                  <a:cubicBezTo>
                    <a:pt x="769" y="2915"/>
                    <a:pt x="358" y="2742"/>
                    <a:pt x="0" y="2413"/>
                  </a:cubicBezTo>
                  <a:lnTo>
                    <a:pt x="206" y="2190"/>
                  </a:lnTo>
                  <a:cubicBezTo>
                    <a:pt x="527" y="2486"/>
                    <a:pt x="895" y="2632"/>
                    <a:pt x="1272" y="2610"/>
                  </a:cubicBezTo>
                  <a:cubicBezTo>
                    <a:pt x="1608" y="2590"/>
                    <a:pt x="1933" y="2441"/>
                    <a:pt x="2186" y="2188"/>
                  </a:cubicBezTo>
                  <a:cubicBezTo>
                    <a:pt x="2439" y="1934"/>
                    <a:pt x="2589" y="1611"/>
                    <a:pt x="2608" y="1273"/>
                  </a:cubicBezTo>
                  <a:cubicBezTo>
                    <a:pt x="2630" y="897"/>
                    <a:pt x="2485" y="526"/>
                    <a:pt x="2188" y="206"/>
                  </a:cubicBezTo>
                  <a:lnTo>
                    <a:pt x="2411" y="0"/>
                  </a:lnTo>
                  <a:cubicBezTo>
                    <a:pt x="2764" y="383"/>
                    <a:pt x="2938" y="829"/>
                    <a:pt x="2912" y="1291"/>
                  </a:cubicBezTo>
                  <a:cubicBezTo>
                    <a:pt x="2888" y="1702"/>
                    <a:pt x="2708" y="2097"/>
                    <a:pt x="2403" y="2402"/>
                  </a:cubicBezTo>
                  <a:cubicBezTo>
                    <a:pt x="2095" y="2710"/>
                    <a:pt x="1701" y="2889"/>
                    <a:pt x="1289" y="2913"/>
                  </a:cubicBezTo>
                  <a:cubicBezTo>
                    <a:pt x="1259" y="2915"/>
                    <a:pt x="1229" y="2915"/>
                    <a:pt x="1198" y="2915"/>
                  </a:cubicBezTo>
                  <a:close/>
                </a:path>
              </a:pathLst>
            </a:cu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63"/>
            <p:cNvSpPr/>
            <p:nvPr/>
          </p:nvSpPr>
          <p:spPr>
            <a:xfrm>
              <a:off x="8622300" y="4693800"/>
              <a:ext cx="282900" cy="282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</p:grpSp>
      <p:sp>
        <p:nvSpPr>
          <p:cNvPr id="71" name="Google Shape;71;p63"/>
          <p:cNvSpPr/>
          <p:nvPr/>
        </p:nvSpPr>
        <p:spPr>
          <a:xfrm>
            <a:off x="-666145" y="412785"/>
            <a:ext cx="4346700" cy="4346700"/>
          </a:xfrm>
          <a:prstGeom prst="ellipse">
            <a:avLst/>
          </a:prstGeom>
          <a:solidFill>
            <a:srgbClr val="FFFFFF">
              <a:alpha val="5137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72" name="Google Shape;72;p63"/>
          <p:cNvSpPr/>
          <p:nvPr/>
        </p:nvSpPr>
        <p:spPr>
          <a:xfrm flipH="1" rot="10800000">
            <a:off x="1509599" y="285908"/>
            <a:ext cx="2282775" cy="4578243"/>
          </a:xfrm>
          <a:custGeom>
            <a:rect b="b" l="l" r="r" t="t"/>
            <a:pathLst>
              <a:path extrusionOk="0" h="6534" w="3258">
                <a:moveTo>
                  <a:pt x="13" y="6534"/>
                </a:moveTo>
                <a:lnTo>
                  <a:pt x="0" y="6231"/>
                </a:lnTo>
                <a:cubicBezTo>
                  <a:pt x="919" y="6194"/>
                  <a:pt x="1685" y="5861"/>
                  <a:pt x="2218" y="5263"/>
                </a:cubicBezTo>
                <a:cubicBezTo>
                  <a:pt x="2692" y="4730"/>
                  <a:pt x="2955" y="4022"/>
                  <a:pt x="2955" y="3268"/>
                </a:cubicBezTo>
                <a:cubicBezTo>
                  <a:pt x="2955" y="2514"/>
                  <a:pt x="2692" y="1807"/>
                  <a:pt x="2218" y="1274"/>
                </a:cubicBezTo>
                <a:cubicBezTo>
                  <a:pt x="1685" y="676"/>
                  <a:pt x="919" y="340"/>
                  <a:pt x="0" y="304"/>
                </a:cubicBezTo>
                <a:lnTo>
                  <a:pt x="13" y="0"/>
                </a:lnTo>
                <a:cubicBezTo>
                  <a:pt x="1016" y="39"/>
                  <a:pt x="1856" y="410"/>
                  <a:pt x="2446" y="1070"/>
                </a:cubicBezTo>
                <a:cubicBezTo>
                  <a:pt x="2970" y="1657"/>
                  <a:pt x="3258" y="2438"/>
                  <a:pt x="3258" y="3266"/>
                </a:cubicBezTo>
                <a:cubicBezTo>
                  <a:pt x="3258" y="4095"/>
                  <a:pt x="2970" y="4875"/>
                  <a:pt x="2443" y="5462"/>
                </a:cubicBezTo>
                <a:cubicBezTo>
                  <a:pt x="1856" y="6125"/>
                  <a:pt x="1016" y="6495"/>
                  <a:pt x="13" y="6534"/>
                </a:cubicBezTo>
                <a:close/>
              </a:path>
            </a:pathLst>
          </a:custGeom>
          <a:solidFill>
            <a:srgbClr val="748AD1">
              <a:alpha val="50196"/>
            </a:srgbClr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3"/>
          <p:cNvSpPr/>
          <p:nvPr/>
        </p:nvSpPr>
        <p:spPr>
          <a:xfrm flipH="1">
            <a:off x="-1023974" y="33421"/>
            <a:ext cx="2533567" cy="5083531"/>
          </a:xfrm>
          <a:custGeom>
            <a:rect b="b" l="l" r="r" t="t"/>
            <a:pathLst>
              <a:path extrusionOk="0" h="6537" w="3258">
                <a:moveTo>
                  <a:pt x="13" y="6537"/>
                </a:moveTo>
                <a:lnTo>
                  <a:pt x="0" y="6233"/>
                </a:lnTo>
                <a:cubicBezTo>
                  <a:pt x="918" y="6197"/>
                  <a:pt x="1685" y="5863"/>
                  <a:pt x="2218" y="5265"/>
                </a:cubicBezTo>
                <a:cubicBezTo>
                  <a:pt x="2692" y="4732"/>
                  <a:pt x="2954" y="4023"/>
                  <a:pt x="2954" y="3270"/>
                </a:cubicBezTo>
                <a:cubicBezTo>
                  <a:pt x="2954" y="2516"/>
                  <a:pt x="2692" y="1808"/>
                  <a:pt x="2218" y="1275"/>
                </a:cubicBezTo>
                <a:cubicBezTo>
                  <a:pt x="1685" y="676"/>
                  <a:pt x="918" y="340"/>
                  <a:pt x="0" y="303"/>
                </a:cubicBezTo>
                <a:lnTo>
                  <a:pt x="13" y="0"/>
                </a:lnTo>
                <a:cubicBezTo>
                  <a:pt x="1016" y="39"/>
                  <a:pt x="1856" y="409"/>
                  <a:pt x="2445" y="1070"/>
                </a:cubicBezTo>
                <a:cubicBezTo>
                  <a:pt x="2969" y="1657"/>
                  <a:pt x="3258" y="2439"/>
                  <a:pt x="3258" y="3266"/>
                </a:cubicBezTo>
                <a:cubicBezTo>
                  <a:pt x="3258" y="4096"/>
                  <a:pt x="2969" y="4875"/>
                  <a:pt x="2443" y="5462"/>
                </a:cubicBezTo>
                <a:cubicBezTo>
                  <a:pt x="1854" y="6127"/>
                  <a:pt x="1014" y="6495"/>
                  <a:pt x="13" y="6537"/>
                </a:cubicBezTo>
                <a:close/>
              </a:path>
            </a:pathLst>
          </a:cu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3"/>
          <p:cNvSpPr txBox="1"/>
          <p:nvPr>
            <p:ph type="title"/>
          </p:nvPr>
        </p:nvSpPr>
        <p:spPr>
          <a:xfrm>
            <a:off x="3847750" y="2481150"/>
            <a:ext cx="4583100" cy="15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" name="Google Shape;75;p63"/>
          <p:cNvSpPr txBox="1"/>
          <p:nvPr>
            <p:ph idx="2" type="title"/>
          </p:nvPr>
        </p:nvSpPr>
        <p:spPr>
          <a:xfrm>
            <a:off x="6850675" y="539500"/>
            <a:ext cx="1580100" cy="1908600"/>
          </a:xfrm>
          <a:prstGeom prst="rect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63"/>
          <p:cNvSpPr txBox="1"/>
          <p:nvPr>
            <p:ph idx="1" type="subTitle"/>
          </p:nvPr>
        </p:nvSpPr>
        <p:spPr>
          <a:xfrm>
            <a:off x="3847750" y="4109900"/>
            <a:ext cx="45831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3"/>
          <p:cNvSpPr/>
          <p:nvPr>
            <p:ph idx="3" type="pic"/>
          </p:nvPr>
        </p:nvSpPr>
        <p:spPr>
          <a:xfrm>
            <a:off x="-450588" y="628342"/>
            <a:ext cx="3915600" cy="3915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64"/>
          <p:cNvGrpSpPr/>
          <p:nvPr/>
        </p:nvGrpSpPr>
        <p:grpSpPr>
          <a:xfrm>
            <a:off x="3829590" y="175850"/>
            <a:ext cx="5320114" cy="5411446"/>
            <a:chOff x="3829590" y="175850"/>
            <a:chExt cx="5320114" cy="5411446"/>
          </a:xfrm>
        </p:grpSpPr>
        <p:sp>
          <p:nvSpPr>
            <p:cNvPr id="80" name="Google Shape;80;p64"/>
            <p:cNvSpPr/>
            <p:nvPr/>
          </p:nvSpPr>
          <p:spPr>
            <a:xfrm>
              <a:off x="4932150" y="175850"/>
              <a:ext cx="4217554" cy="175475"/>
            </a:xfrm>
            <a:custGeom>
              <a:rect b="b" l="l" r="r" t="t"/>
              <a:pathLst>
                <a:path extrusionOk="0" h="303" w="3994">
                  <a:moveTo>
                    <a:pt x="0" y="0"/>
                  </a:moveTo>
                  <a:lnTo>
                    <a:pt x="3994" y="0"/>
                  </a:lnTo>
                  <a:lnTo>
                    <a:pt x="3994" y="303"/>
                  </a:lnTo>
                  <a:lnTo>
                    <a:pt x="0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64"/>
            <p:cNvSpPr/>
            <p:nvPr/>
          </p:nvSpPr>
          <p:spPr>
            <a:xfrm>
              <a:off x="4200575" y="4844496"/>
              <a:ext cx="742800" cy="742800"/>
            </a:xfrm>
            <a:prstGeom prst="ellipse">
              <a:avLst/>
            </a:pr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  <p:sp>
          <p:nvSpPr>
            <p:cNvPr id="82" name="Google Shape;82;p64"/>
            <p:cNvSpPr/>
            <p:nvPr/>
          </p:nvSpPr>
          <p:spPr>
            <a:xfrm flipH="1" rot="10800000">
              <a:off x="3829590" y="4493531"/>
              <a:ext cx="1484823" cy="742876"/>
            </a:xfrm>
            <a:custGeom>
              <a:rect b="b" l="l" r="r" t="t"/>
              <a:pathLst>
                <a:path extrusionOk="0" h="1597" w="3192">
                  <a:moveTo>
                    <a:pt x="1594" y="1597"/>
                  </a:moveTo>
                  <a:lnTo>
                    <a:pt x="1594" y="1597"/>
                  </a:lnTo>
                  <a:cubicBezTo>
                    <a:pt x="1189" y="1597"/>
                    <a:pt x="810" y="1456"/>
                    <a:pt x="522" y="1198"/>
                  </a:cubicBezTo>
                  <a:cubicBezTo>
                    <a:pt x="199" y="910"/>
                    <a:pt x="17" y="501"/>
                    <a:pt x="0" y="13"/>
                  </a:cubicBezTo>
                  <a:lnTo>
                    <a:pt x="303" y="0"/>
                  </a:lnTo>
                  <a:cubicBezTo>
                    <a:pt x="318" y="403"/>
                    <a:pt x="465" y="739"/>
                    <a:pt x="725" y="971"/>
                  </a:cubicBezTo>
                  <a:cubicBezTo>
                    <a:pt x="957" y="1177"/>
                    <a:pt x="1267" y="1291"/>
                    <a:pt x="1596" y="1291"/>
                  </a:cubicBezTo>
                  <a:lnTo>
                    <a:pt x="1596" y="1291"/>
                  </a:lnTo>
                  <a:cubicBezTo>
                    <a:pt x="1925" y="1291"/>
                    <a:pt x="2235" y="1177"/>
                    <a:pt x="2467" y="971"/>
                  </a:cubicBezTo>
                  <a:cubicBezTo>
                    <a:pt x="2727" y="739"/>
                    <a:pt x="2872" y="403"/>
                    <a:pt x="2889" y="0"/>
                  </a:cubicBezTo>
                  <a:lnTo>
                    <a:pt x="3192" y="13"/>
                  </a:lnTo>
                  <a:cubicBezTo>
                    <a:pt x="3173" y="501"/>
                    <a:pt x="2993" y="910"/>
                    <a:pt x="2668" y="1198"/>
                  </a:cubicBezTo>
                  <a:cubicBezTo>
                    <a:pt x="2378" y="1456"/>
                    <a:pt x="1997" y="1597"/>
                    <a:pt x="1594" y="1597"/>
                  </a:cubicBezTo>
                  <a:close/>
                </a:path>
              </a:pathLst>
            </a:cu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64"/>
          <p:cNvSpPr txBox="1"/>
          <p:nvPr>
            <p:ph idx="1" type="subTitle"/>
          </p:nvPr>
        </p:nvSpPr>
        <p:spPr>
          <a:xfrm>
            <a:off x="4932150" y="1773000"/>
            <a:ext cx="3384300" cy="23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4"/>
          <p:cNvSpPr txBox="1"/>
          <p:nvPr>
            <p:ph idx="2" type="subTitle"/>
          </p:nvPr>
        </p:nvSpPr>
        <p:spPr>
          <a:xfrm>
            <a:off x="827550" y="1773000"/>
            <a:ext cx="3384300" cy="23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4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65"/>
          <p:cNvGrpSpPr/>
          <p:nvPr/>
        </p:nvGrpSpPr>
        <p:grpSpPr>
          <a:xfrm>
            <a:off x="5349273" y="1206050"/>
            <a:ext cx="3711553" cy="3758383"/>
            <a:chOff x="5349273" y="1206050"/>
            <a:chExt cx="3711553" cy="3758383"/>
          </a:xfrm>
        </p:grpSpPr>
        <p:sp>
          <p:nvSpPr>
            <p:cNvPr id="88" name="Google Shape;88;p65"/>
            <p:cNvSpPr/>
            <p:nvPr/>
          </p:nvSpPr>
          <p:spPr>
            <a:xfrm>
              <a:off x="5349273" y="1241589"/>
              <a:ext cx="3687300" cy="3687300"/>
            </a:xfrm>
            <a:prstGeom prst="ellipse">
              <a:avLst/>
            </a:pr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  <p:sp>
          <p:nvSpPr>
            <p:cNvPr id="89" name="Google Shape;89;p65"/>
            <p:cNvSpPr/>
            <p:nvPr/>
          </p:nvSpPr>
          <p:spPr>
            <a:xfrm>
              <a:off x="7187680" y="1206050"/>
              <a:ext cx="1873146" cy="3758383"/>
            </a:xfrm>
            <a:custGeom>
              <a:rect b="b" l="l" r="r" t="t"/>
              <a:pathLst>
                <a:path extrusionOk="0" h="6537" w="3258">
                  <a:moveTo>
                    <a:pt x="13" y="6537"/>
                  </a:moveTo>
                  <a:lnTo>
                    <a:pt x="0" y="6233"/>
                  </a:lnTo>
                  <a:cubicBezTo>
                    <a:pt x="918" y="6197"/>
                    <a:pt x="1685" y="5863"/>
                    <a:pt x="2218" y="5265"/>
                  </a:cubicBezTo>
                  <a:cubicBezTo>
                    <a:pt x="2692" y="4732"/>
                    <a:pt x="2954" y="4023"/>
                    <a:pt x="2954" y="3270"/>
                  </a:cubicBezTo>
                  <a:cubicBezTo>
                    <a:pt x="2954" y="2516"/>
                    <a:pt x="2692" y="1808"/>
                    <a:pt x="2218" y="1275"/>
                  </a:cubicBezTo>
                  <a:cubicBezTo>
                    <a:pt x="1685" y="676"/>
                    <a:pt x="918" y="340"/>
                    <a:pt x="0" y="303"/>
                  </a:cubicBezTo>
                  <a:lnTo>
                    <a:pt x="13" y="0"/>
                  </a:lnTo>
                  <a:cubicBezTo>
                    <a:pt x="1016" y="39"/>
                    <a:pt x="1856" y="409"/>
                    <a:pt x="2445" y="1070"/>
                  </a:cubicBezTo>
                  <a:cubicBezTo>
                    <a:pt x="2969" y="1657"/>
                    <a:pt x="3258" y="2439"/>
                    <a:pt x="3258" y="3266"/>
                  </a:cubicBezTo>
                  <a:cubicBezTo>
                    <a:pt x="3258" y="4096"/>
                    <a:pt x="2969" y="4875"/>
                    <a:pt x="2443" y="5462"/>
                  </a:cubicBezTo>
                  <a:cubicBezTo>
                    <a:pt x="1854" y="6127"/>
                    <a:pt x="1014" y="6495"/>
                    <a:pt x="13" y="6537"/>
                  </a:cubicBezTo>
                  <a:close/>
                </a:path>
              </a:pathLst>
            </a:cu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65"/>
          <p:cNvGrpSpPr/>
          <p:nvPr/>
        </p:nvGrpSpPr>
        <p:grpSpPr>
          <a:xfrm>
            <a:off x="-14056" y="256600"/>
            <a:ext cx="8927481" cy="4707825"/>
            <a:chOff x="-14056" y="256600"/>
            <a:chExt cx="8927481" cy="4707825"/>
          </a:xfrm>
        </p:grpSpPr>
        <p:sp>
          <p:nvSpPr>
            <p:cNvPr id="91" name="Google Shape;91;p65"/>
            <p:cNvSpPr/>
            <p:nvPr/>
          </p:nvSpPr>
          <p:spPr>
            <a:xfrm>
              <a:off x="-14056" y="4756375"/>
              <a:ext cx="2742300" cy="208050"/>
            </a:xfrm>
            <a:custGeom>
              <a:rect b="b" l="l" r="r" t="t"/>
              <a:pathLst>
                <a:path extrusionOk="0" h="303" w="3994">
                  <a:moveTo>
                    <a:pt x="0" y="0"/>
                  </a:moveTo>
                  <a:lnTo>
                    <a:pt x="3994" y="0"/>
                  </a:lnTo>
                  <a:lnTo>
                    <a:pt x="3994" y="303"/>
                  </a:lnTo>
                  <a:lnTo>
                    <a:pt x="0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65"/>
            <p:cNvSpPr/>
            <p:nvPr/>
          </p:nvSpPr>
          <p:spPr>
            <a:xfrm>
              <a:off x="8630525" y="256600"/>
              <a:ext cx="282900" cy="282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</p:grpSp>
      <p:sp>
        <p:nvSpPr>
          <p:cNvPr id="93" name="Google Shape;93;p65"/>
          <p:cNvSpPr txBox="1"/>
          <p:nvPr>
            <p:ph idx="1" type="subTitle"/>
          </p:nvPr>
        </p:nvSpPr>
        <p:spPr>
          <a:xfrm>
            <a:off x="728355" y="1728850"/>
            <a:ext cx="4294800" cy="22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4" name="Google Shape;94;p65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65"/>
          <p:cNvSpPr/>
          <p:nvPr>
            <p:ph idx="2" type="pic"/>
          </p:nvPr>
        </p:nvSpPr>
        <p:spPr>
          <a:xfrm>
            <a:off x="5679125" y="1576400"/>
            <a:ext cx="3027600" cy="3027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6"/>
          <p:cNvSpPr txBox="1"/>
          <p:nvPr>
            <p:ph idx="1" type="subTitle"/>
          </p:nvPr>
        </p:nvSpPr>
        <p:spPr>
          <a:xfrm>
            <a:off x="4923249" y="2980826"/>
            <a:ext cx="25056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6"/>
          <p:cNvSpPr txBox="1"/>
          <p:nvPr>
            <p:ph idx="2" type="subTitle"/>
          </p:nvPr>
        </p:nvSpPr>
        <p:spPr>
          <a:xfrm>
            <a:off x="1715375" y="2980826"/>
            <a:ext cx="25056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66"/>
          <p:cNvSpPr txBox="1"/>
          <p:nvPr>
            <p:ph idx="3" type="subTitle"/>
          </p:nvPr>
        </p:nvSpPr>
        <p:spPr>
          <a:xfrm>
            <a:off x="1715375" y="2493200"/>
            <a:ext cx="2505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" name="Google Shape;100;p66"/>
          <p:cNvSpPr txBox="1"/>
          <p:nvPr>
            <p:ph idx="4" type="subTitle"/>
          </p:nvPr>
        </p:nvSpPr>
        <p:spPr>
          <a:xfrm>
            <a:off x="4923250" y="2493200"/>
            <a:ext cx="2505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1" name="Google Shape;101;p66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02" name="Google Shape;102;p66"/>
          <p:cNvGrpSpPr/>
          <p:nvPr/>
        </p:nvGrpSpPr>
        <p:grpSpPr>
          <a:xfrm>
            <a:off x="-177022" y="4023273"/>
            <a:ext cx="1328952" cy="1329400"/>
            <a:chOff x="-177022" y="4023273"/>
            <a:chExt cx="1328952" cy="1329400"/>
          </a:xfrm>
        </p:grpSpPr>
        <p:sp>
          <p:nvSpPr>
            <p:cNvPr id="103" name="Google Shape;103;p66"/>
            <p:cNvSpPr/>
            <p:nvPr/>
          </p:nvSpPr>
          <p:spPr>
            <a:xfrm flipH="1" rot="10800000">
              <a:off x="-177022" y="4023273"/>
              <a:ext cx="1328952" cy="1329400"/>
            </a:xfrm>
            <a:custGeom>
              <a:rect b="b" l="l" r="r" t="t"/>
              <a:pathLst>
                <a:path extrusionOk="0" h="2915" w="2914">
                  <a:moveTo>
                    <a:pt x="1198" y="2915"/>
                  </a:moveTo>
                  <a:cubicBezTo>
                    <a:pt x="769" y="2915"/>
                    <a:pt x="358" y="2742"/>
                    <a:pt x="0" y="2413"/>
                  </a:cubicBezTo>
                  <a:lnTo>
                    <a:pt x="206" y="2190"/>
                  </a:lnTo>
                  <a:cubicBezTo>
                    <a:pt x="527" y="2486"/>
                    <a:pt x="895" y="2632"/>
                    <a:pt x="1272" y="2610"/>
                  </a:cubicBezTo>
                  <a:cubicBezTo>
                    <a:pt x="1608" y="2590"/>
                    <a:pt x="1933" y="2441"/>
                    <a:pt x="2186" y="2188"/>
                  </a:cubicBezTo>
                  <a:cubicBezTo>
                    <a:pt x="2439" y="1934"/>
                    <a:pt x="2589" y="1611"/>
                    <a:pt x="2608" y="1273"/>
                  </a:cubicBezTo>
                  <a:cubicBezTo>
                    <a:pt x="2630" y="897"/>
                    <a:pt x="2485" y="526"/>
                    <a:pt x="2188" y="206"/>
                  </a:cubicBezTo>
                  <a:lnTo>
                    <a:pt x="2411" y="0"/>
                  </a:lnTo>
                  <a:cubicBezTo>
                    <a:pt x="2764" y="383"/>
                    <a:pt x="2938" y="829"/>
                    <a:pt x="2912" y="1291"/>
                  </a:cubicBezTo>
                  <a:cubicBezTo>
                    <a:pt x="2888" y="1702"/>
                    <a:pt x="2708" y="2097"/>
                    <a:pt x="2403" y="2402"/>
                  </a:cubicBezTo>
                  <a:cubicBezTo>
                    <a:pt x="2095" y="2710"/>
                    <a:pt x="1701" y="2889"/>
                    <a:pt x="1289" y="2913"/>
                  </a:cubicBezTo>
                  <a:cubicBezTo>
                    <a:pt x="1259" y="2915"/>
                    <a:pt x="1229" y="2915"/>
                    <a:pt x="1198" y="2915"/>
                  </a:cubicBezTo>
                  <a:close/>
                </a:path>
              </a:pathLst>
            </a:cu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66"/>
            <p:cNvSpPr/>
            <p:nvPr/>
          </p:nvSpPr>
          <p:spPr>
            <a:xfrm>
              <a:off x="-175034" y="4287851"/>
              <a:ext cx="1060800" cy="1060800"/>
            </a:xfrm>
            <a:prstGeom prst="ellipse">
              <a:avLst/>
            </a:pr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1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</p:grpSp>
      <p:grpSp>
        <p:nvGrpSpPr>
          <p:cNvPr id="105" name="Google Shape;105;p66"/>
          <p:cNvGrpSpPr/>
          <p:nvPr/>
        </p:nvGrpSpPr>
        <p:grpSpPr>
          <a:xfrm>
            <a:off x="8676838" y="0"/>
            <a:ext cx="282900" cy="2852300"/>
            <a:chOff x="8676838" y="0"/>
            <a:chExt cx="282900" cy="2852300"/>
          </a:xfrm>
        </p:grpSpPr>
        <p:sp>
          <p:nvSpPr>
            <p:cNvPr id="106" name="Google Shape;106;p66"/>
            <p:cNvSpPr/>
            <p:nvPr/>
          </p:nvSpPr>
          <p:spPr>
            <a:xfrm>
              <a:off x="8707725" y="0"/>
              <a:ext cx="221125" cy="2406699"/>
            </a:xfrm>
            <a:custGeom>
              <a:rect b="b" l="l" r="r" t="t"/>
              <a:pathLst>
                <a:path extrusionOk="0" h="3298" w="303">
                  <a:moveTo>
                    <a:pt x="0" y="0"/>
                  </a:moveTo>
                  <a:lnTo>
                    <a:pt x="303" y="0"/>
                  </a:lnTo>
                  <a:lnTo>
                    <a:pt x="303" y="3298"/>
                  </a:lnTo>
                  <a:lnTo>
                    <a:pt x="0" y="3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66"/>
            <p:cNvSpPr/>
            <p:nvPr/>
          </p:nvSpPr>
          <p:spPr>
            <a:xfrm>
              <a:off x="8676838" y="2569400"/>
              <a:ext cx="282900" cy="282900"/>
            </a:xfrm>
            <a:prstGeom prst="ellipse">
              <a:avLst/>
            </a:pr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67"/>
          <p:cNvGrpSpPr/>
          <p:nvPr/>
        </p:nvGrpSpPr>
        <p:grpSpPr>
          <a:xfrm>
            <a:off x="6204355" y="4321100"/>
            <a:ext cx="2945345" cy="690303"/>
            <a:chOff x="6204355" y="4321100"/>
            <a:chExt cx="2945345" cy="690303"/>
          </a:xfrm>
        </p:grpSpPr>
        <p:sp>
          <p:nvSpPr>
            <p:cNvPr id="110" name="Google Shape;110;p67"/>
            <p:cNvSpPr/>
            <p:nvPr/>
          </p:nvSpPr>
          <p:spPr>
            <a:xfrm>
              <a:off x="6204355" y="4787953"/>
              <a:ext cx="2945345" cy="223450"/>
            </a:xfrm>
            <a:custGeom>
              <a:rect b="b" l="l" r="r" t="t"/>
              <a:pathLst>
                <a:path extrusionOk="0" h="303" w="3994">
                  <a:moveTo>
                    <a:pt x="0" y="0"/>
                  </a:moveTo>
                  <a:lnTo>
                    <a:pt x="3994" y="0"/>
                  </a:lnTo>
                  <a:lnTo>
                    <a:pt x="3994" y="303"/>
                  </a:lnTo>
                  <a:lnTo>
                    <a:pt x="0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67"/>
            <p:cNvSpPr/>
            <p:nvPr/>
          </p:nvSpPr>
          <p:spPr>
            <a:xfrm>
              <a:off x="8656250" y="4321100"/>
              <a:ext cx="282900" cy="282900"/>
            </a:xfrm>
            <a:prstGeom prst="ellipse">
              <a:avLst/>
            </a:pr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</p:grpSp>
      <p:grpSp>
        <p:nvGrpSpPr>
          <p:cNvPr id="112" name="Google Shape;112;p67"/>
          <p:cNvGrpSpPr/>
          <p:nvPr/>
        </p:nvGrpSpPr>
        <p:grpSpPr>
          <a:xfrm>
            <a:off x="-1030349" y="-467503"/>
            <a:ext cx="1650803" cy="2159706"/>
            <a:chOff x="-1030349" y="-467503"/>
            <a:chExt cx="1650803" cy="2159706"/>
          </a:xfrm>
        </p:grpSpPr>
        <p:sp>
          <p:nvSpPr>
            <p:cNvPr id="113" name="Google Shape;113;p67"/>
            <p:cNvSpPr/>
            <p:nvPr/>
          </p:nvSpPr>
          <p:spPr>
            <a:xfrm flipH="1" rot="10800000">
              <a:off x="-1030349" y="-467503"/>
              <a:ext cx="1650803" cy="2159706"/>
            </a:xfrm>
            <a:custGeom>
              <a:rect b="b" l="l" r="r" t="t"/>
              <a:pathLst>
                <a:path extrusionOk="0" h="4715" w="3604">
                  <a:moveTo>
                    <a:pt x="3604" y="4715"/>
                  </a:moveTo>
                  <a:lnTo>
                    <a:pt x="3301" y="4715"/>
                  </a:lnTo>
                  <a:lnTo>
                    <a:pt x="3301" y="1796"/>
                  </a:lnTo>
                  <a:cubicBezTo>
                    <a:pt x="3282" y="1330"/>
                    <a:pt x="3113" y="945"/>
                    <a:pt x="2812" y="676"/>
                  </a:cubicBezTo>
                  <a:cubicBezTo>
                    <a:pt x="2543" y="436"/>
                    <a:pt x="2184" y="303"/>
                    <a:pt x="1802" y="303"/>
                  </a:cubicBezTo>
                  <a:lnTo>
                    <a:pt x="1802" y="303"/>
                  </a:lnTo>
                  <a:cubicBezTo>
                    <a:pt x="1421" y="303"/>
                    <a:pt x="1062" y="436"/>
                    <a:pt x="793" y="676"/>
                  </a:cubicBezTo>
                  <a:cubicBezTo>
                    <a:pt x="492" y="945"/>
                    <a:pt x="323" y="1332"/>
                    <a:pt x="304" y="1796"/>
                  </a:cubicBezTo>
                  <a:lnTo>
                    <a:pt x="304" y="3429"/>
                  </a:lnTo>
                  <a:lnTo>
                    <a:pt x="0" y="3429"/>
                  </a:lnTo>
                  <a:lnTo>
                    <a:pt x="0" y="1787"/>
                  </a:lnTo>
                  <a:cubicBezTo>
                    <a:pt x="22" y="1237"/>
                    <a:pt x="226" y="773"/>
                    <a:pt x="592" y="449"/>
                  </a:cubicBezTo>
                  <a:cubicBezTo>
                    <a:pt x="916" y="158"/>
                    <a:pt x="1345" y="0"/>
                    <a:pt x="1802" y="0"/>
                  </a:cubicBezTo>
                  <a:lnTo>
                    <a:pt x="1802" y="0"/>
                  </a:lnTo>
                  <a:cubicBezTo>
                    <a:pt x="2259" y="0"/>
                    <a:pt x="2688" y="160"/>
                    <a:pt x="3013" y="449"/>
                  </a:cubicBezTo>
                  <a:cubicBezTo>
                    <a:pt x="3377" y="773"/>
                    <a:pt x="3583" y="1237"/>
                    <a:pt x="3604" y="1787"/>
                  </a:cubicBezTo>
                  <a:lnTo>
                    <a:pt x="3604" y="1794"/>
                  </a:lnTo>
                  <a:lnTo>
                    <a:pt x="3604" y="4715"/>
                  </a:lnTo>
                  <a:close/>
                </a:path>
              </a:pathLst>
            </a:cu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7"/>
            <p:cNvSpPr/>
            <p:nvPr/>
          </p:nvSpPr>
          <p:spPr>
            <a:xfrm>
              <a:off x="-296350" y="557150"/>
              <a:ext cx="654600" cy="654600"/>
            </a:xfrm>
            <a:prstGeom prst="ellipse">
              <a:avLst/>
            </a:pr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</p:grpSp>
      <p:sp>
        <p:nvSpPr>
          <p:cNvPr id="115" name="Google Shape;115;p67"/>
          <p:cNvSpPr txBox="1"/>
          <p:nvPr>
            <p:ph idx="1" type="subTitle"/>
          </p:nvPr>
        </p:nvSpPr>
        <p:spPr>
          <a:xfrm>
            <a:off x="937625" y="2980725"/>
            <a:ext cx="21753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67"/>
          <p:cNvSpPr txBox="1"/>
          <p:nvPr>
            <p:ph idx="2" type="subTitle"/>
          </p:nvPr>
        </p:nvSpPr>
        <p:spPr>
          <a:xfrm>
            <a:off x="3484347" y="2980725"/>
            <a:ext cx="21753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67"/>
          <p:cNvSpPr txBox="1"/>
          <p:nvPr>
            <p:ph idx="3" type="subTitle"/>
          </p:nvPr>
        </p:nvSpPr>
        <p:spPr>
          <a:xfrm>
            <a:off x="6031075" y="2980725"/>
            <a:ext cx="21753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7"/>
          <p:cNvSpPr txBox="1"/>
          <p:nvPr>
            <p:ph idx="4" type="subTitle"/>
          </p:nvPr>
        </p:nvSpPr>
        <p:spPr>
          <a:xfrm>
            <a:off x="937625" y="2517795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9" name="Google Shape;119;p67"/>
          <p:cNvSpPr txBox="1"/>
          <p:nvPr>
            <p:ph idx="5" type="subTitle"/>
          </p:nvPr>
        </p:nvSpPr>
        <p:spPr>
          <a:xfrm>
            <a:off x="3484350" y="2517795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0" name="Google Shape;120;p67"/>
          <p:cNvSpPr txBox="1"/>
          <p:nvPr>
            <p:ph idx="6" type="subTitle"/>
          </p:nvPr>
        </p:nvSpPr>
        <p:spPr>
          <a:xfrm>
            <a:off x="6031075" y="2517795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1" name="Google Shape;121;p67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68"/>
          <p:cNvGrpSpPr/>
          <p:nvPr/>
        </p:nvGrpSpPr>
        <p:grpSpPr>
          <a:xfrm>
            <a:off x="6757364" y="9"/>
            <a:ext cx="2386645" cy="451684"/>
            <a:chOff x="6757364" y="9"/>
            <a:chExt cx="2386645" cy="451684"/>
          </a:xfrm>
        </p:grpSpPr>
        <p:sp>
          <p:nvSpPr>
            <p:cNvPr id="124" name="Google Shape;124;p68"/>
            <p:cNvSpPr/>
            <p:nvPr/>
          </p:nvSpPr>
          <p:spPr>
            <a:xfrm>
              <a:off x="7941403" y="270643"/>
              <a:ext cx="1202602" cy="181050"/>
            </a:xfrm>
            <a:custGeom>
              <a:rect b="b" l="l" r="r" t="t"/>
              <a:pathLst>
                <a:path extrusionOk="0" h="302" w="2006">
                  <a:moveTo>
                    <a:pt x="0" y="0"/>
                  </a:moveTo>
                  <a:lnTo>
                    <a:pt x="2006" y="0"/>
                  </a:lnTo>
                  <a:lnTo>
                    <a:pt x="2006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8"/>
            <p:cNvSpPr/>
            <p:nvPr/>
          </p:nvSpPr>
          <p:spPr>
            <a:xfrm>
              <a:off x="6757364" y="9"/>
              <a:ext cx="2386645" cy="181050"/>
            </a:xfrm>
            <a:custGeom>
              <a:rect b="b" l="l" r="r" t="t"/>
              <a:pathLst>
                <a:path extrusionOk="0" h="303" w="3994">
                  <a:moveTo>
                    <a:pt x="0" y="0"/>
                  </a:moveTo>
                  <a:lnTo>
                    <a:pt x="3994" y="0"/>
                  </a:lnTo>
                  <a:lnTo>
                    <a:pt x="3994" y="303"/>
                  </a:lnTo>
                  <a:lnTo>
                    <a:pt x="0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68"/>
          <p:cNvGrpSpPr/>
          <p:nvPr/>
        </p:nvGrpSpPr>
        <p:grpSpPr>
          <a:xfrm>
            <a:off x="-335810" y="4001955"/>
            <a:ext cx="1049040" cy="1049400"/>
            <a:chOff x="-335810" y="4001955"/>
            <a:chExt cx="1049040" cy="1049400"/>
          </a:xfrm>
        </p:grpSpPr>
        <p:sp>
          <p:nvSpPr>
            <p:cNvPr id="127" name="Google Shape;127;p68"/>
            <p:cNvSpPr/>
            <p:nvPr/>
          </p:nvSpPr>
          <p:spPr>
            <a:xfrm>
              <a:off x="-242305" y="4105049"/>
              <a:ext cx="654600" cy="654600"/>
            </a:xfrm>
            <a:prstGeom prst="ellipse">
              <a:avLst/>
            </a:pr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128" name="Google Shape;128;p68"/>
            <p:cNvSpPr/>
            <p:nvPr/>
          </p:nvSpPr>
          <p:spPr>
            <a:xfrm>
              <a:off x="-335810" y="4001955"/>
              <a:ext cx="1049040" cy="1049400"/>
            </a:xfrm>
            <a:custGeom>
              <a:rect b="b" l="l" r="r" t="t"/>
              <a:pathLst>
                <a:path extrusionOk="0" h="2915" w="2914">
                  <a:moveTo>
                    <a:pt x="1198" y="2915"/>
                  </a:moveTo>
                  <a:cubicBezTo>
                    <a:pt x="769" y="2915"/>
                    <a:pt x="358" y="2742"/>
                    <a:pt x="0" y="2413"/>
                  </a:cubicBezTo>
                  <a:lnTo>
                    <a:pt x="206" y="2190"/>
                  </a:lnTo>
                  <a:cubicBezTo>
                    <a:pt x="527" y="2486"/>
                    <a:pt x="895" y="2632"/>
                    <a:pt x="1272" y="2610"/>
                  </a:cubicBezTo>
                  <a:cubicBezTo>
                    <a:pt x="1608" y="2590"/>
                    <a:pt x="1933" y="2441"/>
                    <a:pt x="2186" y="2188"/>
                  </a:cubicBezTo>
                  <a:cubicBezTo>
                    <a:pt x="2439" y="1934"/>
                    <a:pt x="2589" y="1611"/>
                    <a:pt x="2608" y="1273"/>
                  </a:cubicBezTo>
                  <a:cubicBezTo>
                    <a:pt x="2630" y="897"/>
                    <a:pt x="2485" y="526"/>
                    <a:pt x="2188" y="206"/>
                  </a:cubicBezTo>
                  <a:lnTo>
                    <a:pt x="2411" y="0"/>
                  </a:lnTo>
                  <a:cubicBezTo>
                    <a:pt x="2764" y="383"/>
                    <a:pt x="2938" y="829"/>
                    <a:pt x="2912" y="1291"/>
                  </a:cubicBezTo>
                  <a:cubicBezTo>
                    <a:pt x="2888" y="1702"/>
                    <a:pt x="2708" y="2097"/>
                    <a:pt x="2403" y="2402"/>
                  </a:cubicBezTo>
                  <a:cubicBezTo>
                    <a:pt x="2095" y="2710"/>
                    <a:pt x="1701" y="2889"/>
                    <a:pt x="1289" y="2913"/>
                  </a:cubicBezTo>
                  <a:cubicBezTo>
                    <a:pt x="1259" y="2915"/>
                    <a:pt x="1229" y="2915"/>
                    <a:pt x="1198" y="2915"/>
                  </a:cubicBezTo>
                  <a:close/>
                </a:path>
              </a:pathLst>
            </a:cu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68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69"/>
          <p:cNvGrpSpPr/>
          <p:nvPr/>
        </p:nvGrpSpPr>
        <p:grpSpPr>
          <a:xfrm>
            <a:off x="239280" y="1527349"/>
            <a:ext cx="9531580" cy="3684680"/>
            <a:chOff x="239280" y="1527349"/>
            <a:chExt cx="9531580" cy="3684680"/>
          </a:xfrm>
        </p:grpSpPr>
        <p:sp>
          <p:nvSpPr>
            <p:cNvPr id="132" name="Google Shape;132;p69"/>
            <p:cNvSpPr/>
            <p:nvPr/>
          </p:nvSpPr>
          <p:spPr>
            <a:xfrm>
              <a:off x="239280" y="3698630"/>
              <a:ext cx="209000" cy="1513399"/>
            </a:xfrm>
            <a:custGeom>
              <a:rect b="b" l="l" r="r" t="t"/>
              <a:pathLst>
                <a:path extrusionOk="0" h="2194" w="303">
                  <a:moveTo>
                    <a:pt x="0" y="0"/>
                  </a:moveTo>
                  <a:lnTo>
                    <a:pt x="303" y="0"/>
                  </a:lnTo>
                  <a:lnTo>
                    <a:pt x="303" y="2194"/>
                  </a:lnTo>
                  <a:lnTo>
                    <a:pt x="0" y="21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69"/>
            <p:cNvSpPr/>
            <p:nvPr/>
          </p:nvSpPr>
          <p:spPr>
            <a:xfrm rot="10800000">
              <a:off x="8418768" y="1527349"/>
              <a:ext cx="1333532" cy="2674432"/>
            </a:xfrm>
            <a:custGeom>
              <a:rect b="b" l="l" r="r" t="t"/>
              <a:pathLst>
                <a:path extrusionOk="0" h="6534" w="3258">
                  <a:moveTo>
                    <a:pt x="13" y="6534"/>
                  </a:moveTo>
                  <a:lnTo>
                    <a:pt x="0" y="6231"/>
                  </a:lnTo>
                  <a:cubicBezTo>
                    <a:pt x="919" y="6194"/>
                    <a:pt x="1685" y="5861"/>
                    <a:pt x="2218" y="5263"/>
                  </a:cubicBezTo>
                  <a:cubicBezTo>
                    <a:pt x="2692" y="4730"/>
                    <a:pt x="2955" y="4022"/>
                    <a:pt x="2955" y="3268"/>
                  </a:cubicBezTo>
                  <a:cubicBezTo>
                    <a:pt x="2955" y="2514"/>
                    <a:pt x="2692" y="1807"/>
                    <a:pt x="2218" y="1274"/>
                  </a:cubicBezTo>
                  <a:cubicBezTo>
                    <a:pt x="1685" y="676"/>
                    <a:pt x="919" y="340"/>
                    <a:pt x="0" y="304"/>
                  </a:cubicBezTo>
                  <a:lnTo>
                    <a:pt x="13" y="0"/>
                  </a:lnTo>
                  <a:cubicBezTo>
                    <a:pt x="1016" y="39"/>
                    <a:pt x="1856" y="410"/>
                    <a:pt x="2446" y="1070"/>
                  </a:cubicBezTo>
                  <a:cubicBezTo>
                    <a:pt x="2970" y="1657"/>
                    <a:pt x="3258" y="2438"/>
                    <a:pt x="3258" y="3266"/>
                  </a:cubicBezTo>
                  <a:cubicBezTo>
                    <a:pt x="3258" y="4095"/>
                    <a:pt x="2970" y="4875"/>
                    <a:pt x="2443" y="5462"/>
                  </a:cubicBezTo>
                  <a:cubicBezTo>
                    <a:pt x="1856" y="6125"/>
                    <a:pt x="1016" y="6495"/>
                    <a:pt x="13" y="65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69"/>
            <p:cNvSpPr/>
            <p:nvPr/>
          </p:nvSpPr>
          <p:spPr>
            <a:xfrm rot="10800000">
              <a:off x="8635903" y="1722532"/>
              <a:ext cx="1134957" cy="2276152"/>
            </a:xfrm>
            <a:custGeom>
              <a:rect b="b" l="l" r="r" t="t"/>
              <a:pathLst>
                <a:path extrusionOk="0" h="6534" w="3258">
                  <a:moveTo>
                    <a:pt x="13" y="6534"/>
                  </a:moveTo>
                  <a:lnTo>
                    <a:pt x="0" y="6231"/>
                  </a:lnTo>
                  <a:cubicBezTo>
                    <a:pt x="919" y="6194"/>
                    <a:pt x="1685" y="5861"/>
                    <a:pt x="2218" y="5263"/>
                  </a:cubicBezTo>
                  <a:cubicBezTo>
                    <a:pt x="2692" y="4730"/>
                    <a:pt x="2955" y="4022"/>
                    <a:pt x="2955" y="3268"/>
                  </a:cubicBezTo>
                  <a:cubicBezTo>
                    <a:pt x="2955" y="2514"/>
                    <a:pt x="2692" y="1807"/>
                    <a:pt x="2218" y="1274"/>
                  </a:cubicBezTo>
                  <a:cubicBezTo>
                    <a:pt x="1685" y="676"/>
                    <a:pt x="919" y="340"/>
                    <a:pt x="0" y="304"/>
                  </a:cubicBezTo>
                  <a:lnTo>
                    <a:pt x="13" y="0"/>
                  </a:lnTo>
                  <a:cubicBezTo>
                    <a:pt x="1016" y="39"/>
                    <a:pt x="1856" y="410"/>
                    <a:pt x="2446" y="1070"/>
                  </a:cubicBezTo>
                  <a:cubicBezTo>
                    <a:pt x="2970" y="1657"/>
                    <a:pt x="3258" y="2438"/>
                    <a:pt x="3258" y="3266"/>
                  </a:cubicBezTo>
                  <a:cubicBezTo>
                    <a:pt x="3258" y="4095"/>
                    <a:pt x="2970" y="4875"/>
                    <a:pt x="2443" y="5462"/>
                  </a:cubicBezTo>
                  <a:cubicBezTo>
                    <a:pt x="1856" y="6125"/>
                    <a:pt x="1016" y="6495"/>
                    <a:pt x="13" y="6534"/>
                  </a:cubicBezTo>
                  <a:close/>
                </a:path>
              </a:pathLst>
            </a:cu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69"/>
            <p:cNvSpPr/>
            <p:nvPr/>
          </p:nvSpPr>
          <p:spPr>
            <a:xfrm>
              <a:off x="8861100" y="2719150"/>
              <a:ext cx="282900" cy="282900"/>
            </a:xfrm>
            <a:prstGeom prst="ellipse">
              <a:avLst/>
            </a:pr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</p:grpSp>
      <p:sp>
        <p:nvSpPr>
          <p:cNvPr id="136" name="Google Shape;136;p69"/>
          <p:cNvSpPr txBox="1"/>
          <p:nvPr>
            <p:ph idx="1" type="subTitle"/>
          </p:nvPr>
        </p:nvSpPr>
        <p:spPr>
          <a:xfrm>
            <a:off x="1989350" y="2305389"/>
            <a:ext cx="19782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69"/>
          <p:cNvSpPr txBox="1"/>
          <p:nvPr>
            <p:ph idx="2" type="subTitle"/>
          </p:nvPr>
        </p:nvSpPr>
        <p:spPr>
          <a:xfrm>
            <a:off x="5176426" y="2305389"/>
            <a:ext cx="19782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9"/>
          <p:cNvSpPr txBox="1"/>
          <p:nvPr>
            <p:ph idx="3" type="subTitle"/>
          </p:nvPr>
        </p:nvSpPr>
        <p:spPr>
          <a:xfrm>
            <a:off x="1989350" y="3967389"/>
            <a:ext cx="19782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9"/>
          <p:cNvSpPr txBox="1"/>
          <p:nvPr>
            <p:ph idx="4" type="subTitle"/>
          </p:nvPr>
        </p:nvSpPr>
        <p:spPr>
          <a:xfrm>
            <a:off x="5176426" y="3967389"/>
            <a:ext cx="19782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9"/>
          <p:cNvSpPr txBox="1"/>
          <p:nvPr>
            <p:ph idx="5" type="subTitle"/>
          </p:nvPr>
        </p:nvSpPr>
        <p:spPr>
          <a:xfrm>
            <a:off x="1989369" y="1877143"/>
            <a:ext cx="1978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1" name="Google Shape;141;p69"/>
          <p:cNvSpPr txBox="1"/>
          <p:nvPr>
            <p:ph idx="6" type="subTitle"/>
          </p:nvPr>
        </p:nvSpPr>
        <p:spPr>
          <a:xfrm>
            <a:off x="1989369" y="3539143"/>
            <a:ext cx="1978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2" name="Google Shape;142;p69"/>
          <p:cNvSpPr txBox="1"/>
          <p:nvPr>
            <p:ph idx="7" type="subTitle"/>
          </p:nvPr>
        </p:nvSpPr>
        <p:spPr>
          <a:xfrm>
            <a:off x="5176444" y="1877143"/>
            <a:ext cx="1978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69"/>
          <p:cNvSpPr txBox="1"/>
          <p:nvPr>
            <p:ph idx="8" type="subTitle"/>
          </p:nvPr>
        </p:nvSpPr>
        <p:spPr>
          <a:xfrm>
            <a:off x="5176444" y="3539143"/>
            <a:ext cx="1978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4" name="Google Shape;144;p69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5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70"/>
          <p:cNvGrpSpPr/>
          <p:nvPr/>
        </p:nvGrpSpPr>
        <p:grpSpPr>
          <a:xfrm>
            <a:off x="82593" y="-28152"/>
            <a:ext cx="8896395" cy="5174863"/>
            <a:chOff x="82593" y="-28152"/>
            <a:chExt cx="8896395" cy="5174863"/>
          </a:xfrm>
        </p:grpSpPr>
        <p:sp>
          <p:nvSpPr>
            <p:cNvPr id="147" name="Google Shape;147;p70"/>
            <p:cNvSpPr/>
            <p:nvPr/>
          </p:nvSpPr>
          <p:spPr>
            <a:xfrm>
              <a:off x="8739288" y="2537787"/>
              <a:ext cx="239700" cy="2608924"/>
            </a:xfrm>
            <a:custGeom>
              <a:rect b="b" l="l" r="r" t="t"/>
              <a:pathLst>
                <a:path extrusionOk="0" h="3298" w="303">
                  <a:moveTo>
                    <a:pt x="0" y="0"/>
                  </a:moveTo>
                  <a:lnTo>
                    <a:pt x="303" y="0"/>
                  </a:lnTo>
                  <a:lnTo>
                    <a:pt x="303" y="3298"/>
                  </a:lnTo>
                  <a:lnTo>
                    <a:pt x="0" y="3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0"/>
            <p:cNvSpPr/>
            <p:nvPr/>
          </p:nvSpPr>
          <p:spPr>
            <a:xfrm rot="10800000">
              <a:off x="82593" y="-28152"/>
              <a:ext cx="540123" cy="1307027"/>
            </a:xfrm>
            <a:custGeom>
              <a:rect b="b" l="l" r="r" t="t"/>
              <a:pathLst>
                <a:path extrusionOk="0" h="3654" w="1510">
                  <a:moveTo>
                    <a:pt x="310" y="3654"/>
                  </a:moveTo>
                  <a:lnTo>
                    <a:pt x="7" y="3654"/>
                  </a:lnTo>
                  <a:cubicBezTo>
                    <a:pt x="7" y="3628"/>
                    <a:pt x="7" y="1495"/>
                    <a:pt x="7" y="902"/>
                  </a:cubicBezTo>
                  <a:lnTo>
                    <a:pt x="0" y="902"/>
                  </a:lnTo>
                  <a:lnTo>
                    <a:pt x="7" y="743"/>
                  </a:lnTo>
                  <a:cubicBezTo>
                    <a:pt x="15" y="516"/>
                    <a:pt x="102" y="325"/>
                    <a:pt x="254" y="189"/>
                  </a:cubicBezTo>
                  <a:cubicBezTo>
                    <a:pt x="390" y="68"/>
                    <a:pt x="568" y="0"/>
                    <a:pt x="758" y="0"/>
                  </a:cubicBezTo>
                  <a:lnTo>
                    <a:pt x="758" y="0"/>
                  </a:lnTo>
                  <a:cubicBezTo>
                    <a:pt x="949" y="0"/>
                    <a:pt x="1127" y="68"/>
                    <a:pt x="1263" y="189"/>
                  </a:cubicBezTo>
                  <a:cubicBezTo>
                    <a:pt x="1415" y="325"/>
                    <a:pt x="1501" y="516"/>
                    <a:pt x="1510" y="743"/>
                  </a:cubicBezTo>
                  <a:lnTo>
                    <a:pt x="1510" y="750"/>
                  </a:lnTo>
                  <a:lnTo>
                    <a:pt x="1510" y="1644"/>
                  </a:lnTo>
                  <a:lnTo>
                    <a:pt x="1207" y="1644"/>
                  </a:lnTo>
                  <a:lnTo>
                    <a:pt x="1207" y="754"/>
                  </a:lnTo>
                  <a:cubicBezTo>
                    <a:pt x="1194" y="444"/>
                    <a:pt x="973" y="306"/>
                    <a:pt x="758" y="306"/>
                  </a:cubicBezTo>
                  <a:cubicBezTo>
                    <a:pt x="544" y="306"/>
                    <a:pt x="323" y="444"/>
                    <a:pt x="310" y="754"/>
                  </a:cubicBezTo>
                  <a:cubicBezTo>
                    <a:pt x="310" y="756"/>
                    <a:pt x="310" y="756"/>
                    <a:pt x="310" y="759"/>
                  </a:cubicBezTo>
                  <a:lnTo>
                    <a:pt x="310" y="3654"/>
                  </a:ln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70"/>
            <p:cNvSpPr/>
            <p:nvPr/>
          </p:nvSpPr>
          <p:spPr>
            <a:xfrm>
              <a:off x="82600" y="173000"/>
              <a:ext cx="282900" cy="28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</p:grpSp>
      <p:sp>
        <p:nvSpPr>
          <p:cNvPr id="150" name="Google Shape;150;p70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70"/>
          <p:cNvSpPr txBox="1"/>
          <p:nvPr>
            <p:ph idx="1" type="subTitle"/>
          </p:nvPr>
        </p:nvSpPr>
        <p:spPr>
          <a:xfrm>
            <a:off x="2349476" y="224727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70"/>
          <p:cNvSpPr txBox="1"/>
          <p:nvPr>
            <p:ph idx="2" type="subTitle"/>
          </p:nvPr>
        </p:nvSpPr>
        <p:spPr>
          <a:xfrm>
            <a:off x="1112600" y="395940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70"/>
          <p:cNvSpPr txBox="1"/>
          <p:nvPr>
            <p:ph idx="3" type="subTitle"/>
          </p:nvPr>
        </p:nvSpPr>
        <p:spPr>
          <a:xfrm>
            <a:off x="3582448" y="395940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70"/>
          <p:cNvSpPr txBox="1"/>
          <p:nvPr>
            <p:ph idx="4" type="subTitle"/>
          </p:nvPr>
        </p:nvSpPr>
        <p:spPr>
          <a:xfrm>
            <a:off x="4819326" y="224727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70"/>
          <p:cNvSpPr txBox="1"/>
          <p:nvPr>
            <p:ph idx="5" type="subTitle"/>
          </p:nvPr>
        </p:nvSpPr>
        <p:spPr>
          <a:xfrm>
            <a:off x="6052297" y="395940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70"/>
          <p:cNvSpPr txBox="1"/>
          <p:nvPr>
            <p:ph idx="6" type="subTitle"/>
          </p:nvPr>
        </p:nvSpPr>
        <p:spPr>
          <a:xfrm>
            <a:off x="2347975" y="1799710"/>
            <a:ext cx="1978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7" name="Google Shape;157;p70"/>
          <p:cNvSpPr txBox="1"/>
          <p:nvPr>
            <p:ph idx="7" type="subTitle"/>
          </p:nvPr>
        </p:nvSpPr>
        <p:spPr>
          <a:xfrm>
            <a:off x="4817825" y="1799710"/>
            <a:ext cx="1978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8" name="Google Shape;158;p70"/>
          <p:cNvSpPr txBox="1"/>
          <p:nvPr>
            <p:ph idx="8" type="subTitle"/>
          </p:nvPr>
        </p:nvSpPr>
        <p:spPr>
          <a:xfrm>
            <a:off x="1111100" y="3510617"/>
            <a:ext cx="1978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9" name="Google Shape;159;p70"/>
          <p:cNvSpPr txBox="1"/>
          <p:nvPr>
            <p:ph idx="9" type="subTitle"/>
          </p:nvPr>
        </p:nvSpPr>
        <p:spPr>
          <a:xfrm>
            <a:off x="3580950" y="3510617"/>
            <a:ext cx="1978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0" name="Google Shape;160;p70"/>
          <p:cNvSpPr txBox="1"/>
          <p:nvPr>
            <p:ph idx="13" type="subTitle"/>
          </p:nvPr>
        </p:nvSpPr>
        <p:spPr>
          <a:xfrm>
            <a:off x="6050800" y="3510617"/>
            <a:ext cx="1978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71"/>
          <p:cNvGrpSpPr/>
          <p:nvPr/>
        </p:nvGrpSpPr>
        <p:grpSpPr>
          <a:xfrm>
            <a:off x="-8960" y="194670"/>
            <a:ext cx="9108797" cy="5307711"/>
            <a:chOff x="-8960" y="194670"/>
            <a:chExt cx="9108797" cy="5307711"/>
          </a:xfrm>
        </p:grpSpPr>
        <p:sp>
          <p:nvSpPr>
            <p:cNvPr id="163" name="Google Shape;163;p71"/>
            <p:cNvSpPr/>
            <p:nvPr/>
          </p:nvSpPr>
          <p:spPr>
            <a:xfrm>
              <a:off x="-8960" y="194670"/>
              <a:ext cx="1442149" cy="217100"/>
            </a:xfrm>
            <a:custGeom>
              <a:rect b="b" l="l" r="r" t="t"/>
              <a:pathLst>
                <a:path extrusionOk="0" h="302" w="2006">
                  <a:moveTo>
                    <a:pt x="0" y="0"/>
                  </a:moveTo>
                  <a:lnTo>
                    <a:pt x="2006" y="0"/>
                  </a:lnTo>
                  <a:lnTo>
                    <a:pt x="2006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71"/>
            <p:cNvSpPr/>
            <p:nvPr/>
          </p:nvSpPr>
          <p:spPr>
            <a:xfrm>
              <a:off x="8430726" y="3883202"/>
              <a:ext cx="669111" cy="1619179"/>
            </a:xfrm>
            <a:custGeom>
              <a:rect b="b" l="l" r="r" t="t"/>
              <a:pathLst>
                <a:path extrusionOk="0" h="3654" w="1510">
                  <a:moveTo>
                    <a:pt x="310" y="3654"/>
                  </a:moveTo>
                  <a:lnTo>
                    <a:pt x="7" y="3654"/>
                  </a:lnTo>
                  <a:cubicBezTo>
                    <a:pt x="7" y="3628"/>
                    <a:pt x="7" y="1495"/>
                    <a:pt x="7" y="902"/>
                  </a:cubicBezTo>
                  <a:lnTo>
                    <a:pt x="0" y="902"/>
                  </a:lnTo>
                  <a:lnTo>
                    <a:pt x="7" y="743"/>
                  </a:lnTo>
                  <a:cubicBezTo>
                    <a:pt x="15" y="516"/>
                    <a:pt x="102" y="325"/>
                    <a:pt x="254" y="189"/>
                  </a:cubicBezTo>
                  <a:cubicBezTo>
                    <a:pt x="390" y="68"/>
                    <a:pt x="568" y="0"/>
                    <a:pt x="758" y="0"/>
                  </a:cubicBezTo>
                  <a:lnTo>
                    <a:pt x="758" y="0"/>
                  </a:lnTo>
                  <a:cubicBezTo>
                    <a:pt x="949" y="0"/>
                    <a:pt x="1127" y="68"/>
                    <a:pt x="1263" y="189"/>
                  </a:cubicBezTo>
                  <a:cubicBezTo>
                    <a:pt x="1415" y="325"/>
                    <a:pt x="1501" y="516"/>
                    <a:pt x="1510" y="743"/>
                  </a:cubicBezTo>
                  <a:lnTo>
                    <a:pt x="1510" y="750"/>
                  </a:lnTo>
                  <a:lnTo>
                    <a:pt x="1510" y="1644"/>
                  </a:lnTo>
                  <a:lnTo>
                    <a:pt x="1207" y="1644"/>
                  </a:lnTo>
                  <a:lnTo>
                    <a:pt x="1207" y="754"/>
                  </a:lnTo>
                  <a:cubicBezTo>
                    <a:pt x="1194" y="444"/>
                    <a:pt x="973" y="306"/>
                    <a:pt x="758" y="306"/>
                  </a:cubicBezTo>
                  <a:cubicBezTo>
                    <a:pt x="544" y="306"/>
                    <a:pt x="323" y="444"/>
                    <a:pt x="310" y="754"/>
                  </a:cubicBezTo>
                  <a:cubicBezTo>
                    <a:pt x="310" y="756"/>
                    <a:pt x="310" y="756"/>
                    <a:pt x="310" y="759"/>
                  </a:cubicBezTo>
                  <a:lnTo>
                    <a:pt x="310" y="3654"/>
                  </a:lnTo>
                  <a:close/>
                </a:path>
              </a:pathLst>
            </a:cu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71"/>
            <p:cNvSpPr/>
            <p:nvPr/>
          </p:nvSpPr>
          <p:spPr>
            <a:xfrm>
              <a:off x="8623825" y="4133400"/>
              <a:ext cx="282900" cy="282900"/>
            </a:xfrm>
            <a:prstGeom prst="ellipse">
              <a:avLst/>
            </a:pr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</p:grpSp>
      <p:sp>
        <p:nvSpPr>
          <p:cNvPr id="166" name="Google Shape;166;p71"/>
          <p:cNvSpPr txBox="1"/>
          <p:nvPr>
            <p:ph idx="1" type="subTitle"/>
          </p:nvPr>
        </p:nvSpPr>
        <p:spPr>
          <a:xfrm>
            <a:off x="1112600" y="224727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71"/>
          <p:cNvSpPr txBox="1"/>
          <p:nvPr>
            <p:ph idx="2" type="subTitle"/>
          </p:nvPr>
        </p:nvSpPr>
        <p:spPr>
          <a:xfrm>
            <a:off x="3582450" y="224727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71"/>
          <p:cNvSpPr txBox="1"/>
          <p:nvPr>
            <p:ph idx="3" type="subTitle"/>
          </p:nvPr>
        </p:nvSpPr>
        <p:spPr>
          <a:xfrm>
            <a:off x="1112600" y="395940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71"/>
          <p:cNvSpPr txBox="1"/>
          <p:nvPr>
            <p:ph idx="4" type="subTitle"/>
          </p:nvPr>
        </p:nvSpPr>
        <p:spPr>
          <a:xfrm>
            <a:off x="3582448" y="395940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71"/>
          <p:cNvSpPr txBox="1"/>
          <p:nvPr>
            <p:ph idx="5" type="subTitle"/>
          </p:nvPr>
        </p:nvSpPr>
        <p:spPr>
          <a:xfrm>
            <a:off x="6052300" y="224727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71"/>
          <p:cNvSpPr txBox="1"/>
          <p:nvPr>
            <p:ph idx="6" type="subTitle"/>
          </p:nvPr>
        </p:nvSpPr>
        <p:spPr>
          <a:xfrm>
            <a:off x="6052297" y="395940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71"/>
          <p:cNvSpPr txBox="1"/>
          <p:nvPr>
            <p:ph idx="7" type="subTitle"/>
          </p:nvPr>
        </p:nvSpPr>
        <p:spPr>
          <a:xfrm>
            <a:off x="1111100" y="1799710"/>
            <a:ext cx="1978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3" name="Google Shape;173;p71"/>
          <p:cNvSpPr txBox="1"/>
          <p:nvPr>
            <p:ph idx="8" type="subTitle"/>
          </p:nvPr>
        </p:nvSpPr>
        <p:spPr>
          <a:xfrm>
            <a:off x="3580950" y="1799710"/>
            <a:ext cx="1978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4" name="Google Shape;174;p71"/>
          <p:cNvSpPr txBox="1"/>
          <p:nvPr>
            <p:ph idx="9" type="subTitle"/>
          </p:nvPr>
        </p:nvSpPr>
        <p:spPr>
          <a:xfrm>
            <a:off x="6050799" y="1799710"/>
            <a:ext cx="1978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5" name="Google Shape;175;p71"/>
          <p:cNvSpPr txBox="1"/>
          <p:nvPr>
            <p:ph idx="13" type="subTitle"/>
          </p:nvPr>
        </p:nvSpPr>
        <p:spPr>
          <a:xfrm>
            <a:off x="1111100" y="3510617"/>
            <a:ext cx="1978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6" name="Google Shape;176;p71"/>
          <p:cNvSpPr txBox="1"/>
          <p:nvPr>
            <p:ph idx="14" type="subTitle"/>
          </p:nvPr>
        </p:nvSpPr>
        <p:spPr>
          <a:xfrm>
            <a:off x="3580950" y="3510617"/>
            <a:ext cx="1978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7" name="Google Shape;177;p71"/>
          <p:cNvSpPr txBox="1"/>
          <p:nvPr>
            <p:ph idx="15" type="subTitle"/>
          </p:nvPr>
        </p:nvSpPr>
        <p:spPr>
          <a:xfrm>
            <a:off x="6050800" y="3510617"/>
            <a:ext cx="1978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8" name="Google Shape;178;p71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72"/>
          <p:cNvGrpSpPr/>
          <p:nvPr/>
        </p:nvGrpSpPr>
        <p:grpSpPr>
          <a:xfrm>
            <a:off x="7089349" y="3"/>
            <a:ext cx="2393802" cy="5971397"/>
            <a:chOff x="7089349" y="3"/>
            <a:chExt cx="2393802" cy="5971397"/>
          </a:xfrm>
        </p:grpSpPr>
        <p:sp>
          <p:nvSpPr>
            <p:cNvPr id="181" name="Google Shape;181;p72"/>
            <p:cNvSpPr/>
            <p:nvPr/>
          </p:nvSpPr>
          <p:spPr>
            <a:xfrm>
              <a:off x="7428445" y="4279609"/>
              <a:ext cx="2054706" cy="1025466"/>
            </a:xfrm>
            <a:custGeom>
              <a:rect b="b" l="l" r="r" t="t"/>
              <a:pathLst>
                <a:path extrusionOk="0" h="3260" w="6532">
                  <a:moveTo>
                    <a:pt x="304" y="3258"/>
                  </a:moveTo>
                  <a:lnTo>
                    <a:pt x="0" y="3245"/>
                  </a:lnTo>
                  <a:cubicBezTo>
                    <a:pt x="39" y="2242"/>
                    <a:pt x="410" y="1402"/>
                    <a:pt x="1070" y="813"/>
                  </a:cubicBezTo>
                  <a:cubicBezTo>
                    <a:pt x="1657" y="288"/>
                    <a:pt x="2439" y="0"/>
                    <a:pt x="3267" y="0"/>
                  </a:cubicBezTo>
                  <a:lnTo>
                    <a:pt x="3267" y="0"/>
                  </a:lnTo>
                  <a:cubicBezTo>
                    <a:pt x="4096" y="0"/>
                    <a:pt x="4875" y="288"/>
                    <a:pt x="5462" y="815"/>
                  </a:cubicBezTo>
                  <a:cubicBezTo>
                    <a:pt x="6122" y="1404"/>
                    <a:pt x="6493" y="2244"/>
                    <a:pt x="6532" y="3247"/>
                  </a:cubicBezTo>
                  <a:lnTo>
                    <a:pt x="6229" y="3260"/>
                  </a:lnTo>
                  <a:cubicBezTo>
                    <a:pt x="6192" y="2342"/>
                    <a:pt x="5858" y="1575"/>
                    <a:pt x="5260" y="1042"/>
                  </a:cubicBezTo>
                  <a:cubicBezTo>
                    <a:pt x="4728" y="568"/>
                    <a:pt x="4020" y="306"/>
                    <a:pt x="3267" y="306"/>
                  </a:cubicBezTo>
                  <a:lnTo>
                    <a:pt x="3267" y="306"/>
                  </a:lnTo>
                  <a:cubicBezTo>
                    <a:pt x="2513" y="306"/>
                    <a:pt x="1805" y="568"/>
                    <a:pt x="1272" y="1042"/>
                  </a:cubicBezTo>
                  <a:cubicBezTo>
                    <a:pt x="676" y="1573"/>
                    <a:pt x="340" y="2340"/>
                    <a:pt x="304" y="3258"/>
                  </a:cubicBezTo>
                  <a:close/>
                </a:path>
              </a:pathLst>
            </a:cu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2"/>
            <p:cNvSpPr/>
            <p:nvPr/>
          </p:nvSpPr>
          <p:spPr>
            <a:xfrm>
              <a:off x="7089349" y="3934851"/>
              <a:ext cx="1367392" cy="1367392"/>
            </a:xfrm>
            <a:custGeom>
              <a:rect b="b" l="l" r="r" t="t"/>
              <a:pathLst>
                <a:path extrusionOk="0" h="4347" w="4347">
                  <a:moveTo>
                    <a:pt x="303" y="4347"/>
                  </a:moveTo>
                  <a:lnTo>
                    <a:pt x="0" y="4347"/>
                  </a:lnTo>
                  <a:cubicBezTo>
                    <a:pt x="0" y="1950"/>
                    <a:pt x="1949" y="0"/>
                    <a:pt x="4347" y="0"/>
                  </a:cubicBezTo>
                  <a:lnTo>
                    <a:pt x="4347" y="304"/>
                  </a:lnTo>
                  <a:cubicBezTo>
                    <a:pt x="2118" y="306"/>
                    <a:pt x="303" y="2119"/>
                    <a:pt x="303" y="4347"/>
                  </a:cubicBezTo>
                  <a:close/>
                </a:path>
              </a:pathLst>
            </a:cu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72"/>
            <p:cNvSpPr/>
            <p:nvPr/>
          </p:nvSpPr>
          <p:spPr>
            <a:xfrm>
              <a:off x="7772100" y="4604000"/>
              <a:ext cx="1367400" cy="1367400"/>
            </a:xfrm>
            <a:prstGeom prst="ellipse">
              <a:avLst/>
            </a:pr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184" name="Google Shape;184;p72"/>
            <p:cNvSpPr/>
            <p:nvPr/>
          </p:nvSpPr>
          <p:spPr>
            <a:xfrm rot="5400000">
              <a:off x="7597184" y="988578"/>
              <a:ext cx="2327572" cy="350423"/>
            </a:xfrm>
            <a:custGeom>
              <a:rect b="b" l="l" r="r" t="t"/>
              <a:pathLst>
                <a:path extrusionOk="0" h="302" w="2006">
                  <a:moveTo>
                    <a:pt x="0" y="0"/>
                  </a:moveTo>
                  <a:lnTo>
                    <a:pt x="2006" y="0"/>
                  </a:lnTo>
                  <a:lnTo>
                    <a:pt x="2006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72"/>
            <p:cNvSpPr/>
            <p:nvPr/>
          </p:nvSpPr>
          <p:spPr>
            <a:xfrm>
              <a:off x="8585679" y="2610146"/>
              <a:ext cx="350700" cy="350700"/>
            </a:xfrm>
            <a:prstGeom prst="ellipse">
              <a:avLst/>
            </a:pr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</p:grpSp>
      <p:sp>
        <p:nvSpPr>
          <p:cNvPr id="186" name="Google Shape;186;p72"/>
          <p:cNvSpPr/>
          <p:nvPr/>
        </p:nvSpPr>
        <p:spPr>
          <a:xfrm>
            <a:off x="-564337" y="437885"/>
            <a:ext cx="4346700" cy="4346700"/>
          </a:xfrm>
          <a:prstGeom prst="ellipse">
            <a:avLst/>
          </a:prstGeom>
          <a:solidFill>
            <a:srgbClr val="FFFFFF">
              <a:alpha val="5137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87" name="Google Shape;187;p72"/>
          <p:cNvSpPr txBox="1"/>
          <p:nvPr>
            <p:ph type="title"/>
          </p:nvPr>
        </p:nvSpPr>
        <p:spPr>
          <a:xfrm>
            <a:off x="3782375" y="1654950"/>
            <a:ext cx="4611300" cy="18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8" name="Google Shape;188;p72"/>
          <p:cNvSpPr/>
          <p:nvPr>
            <p:ph idx="2" type="pic"/>
          </p:nvPr>
        </p:nvSpPr>
        <p:spPr>
          <a:xfrm>
            <a:off x="-372337" y="629885"/>
            <a:ext cx="3962700" cy="39627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0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73"/>
          <p:cNvGrpSpPr/>
          <p:nvPr/>
        </p:nvGrpSpPr>
        <p:grpSpPr>
          <a:xfrm>
            <a:off x="5159765" y="-102268"/>
            <a:ext cx="5100324" cy="5083531"/>
            <a:chOff x="5159765" y="-102268"/>
            <a:chExt cx="5100324" cy="5083531"/>
          </a:xfrm>
        </p:grpSpPr>
        <p:sp>
          <p:nvSpPr>
            <p:cNvPr id="191" name="Google Shape;191;p73"/>
            <p:cNvSpPr/>
            <p:nvPr/>
          </p:nvSpPr>
          <p:spPr>
            <a:xfrm flipH="1">
              <a:off x="5555561" y="277096"/>
              <a:ext cx="4346700" cy="4346700"/>
            </a:xfrm>
            <a:prstGeom prst="ellipse">
              <a:avLst/>
            </a:pr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  <p:sp>
          <p:nvSpPr>
            <p:cNvPr id="192" name="Google Shape;192;p73"/>
            <p:cNvSpPr/>
            <p:nvPr/>
          </p:nvSpPr>
          <p:spPr>
            <a:xfrm>
              <a:off x="7726522" y="-102268"/>
              <a:ext cx="2533567" cy="5083531"/>
            </a:xfrm>
            <a:custGeom>
              <a:rect b="b" l="l" r="r" t="t"/>
              <a:pathLst>
                <a:path extrusionOk="0" h="6537" w="3258">
                  <a:moveTo>
                    <a:pt x="13" y="6537"/>
                  </a:moveTo>
                  <a:lnTo>
                    <a:pt x="0" y="6233"/>
                  </a:lnTo>
                  <a:cubicBezTo>
                    <a:pt x="918" y="6197"/>
                    <a:pt x="1685" y="5863"/>
                    <a:pt x="2218" y="5265"/>
                  </a:cubicBezTo>
                  <a:cubicBezTo>
                    <a:pt x="2692" y="4732"/>
                    <a:pt x="2954" y="4023"/>
                    <a:pt x="2954" y="3270"/>
                  </a:cubicBezTo>
                  <a:cubicBezTo>
                    <a:pt x="2954" y="2516"/>
                    <a:pt x="2692" y="1808"/>
                    <a:pt x="2218" y="1275"/>
                  </a:cubicBezTo>
                  <a:cubicBezTo>
                    <a:pt x="1685" y="676"/>
                    <a:pt x="918" y="340"/>
                    <a:pt x="0" y="303"/>
                  </a:cubicBezTo>
                  <a:lnTo>
                    <a:pt x="13" y="0"/>
                  </a:lnTo>
                  <a:cubicBezTo>
                    <a:pt x="1016" y="39"/>
                    <a:pt x="1856" y="409"/>
                    <a:pt x="2445" y="1070"/>
                  </a:cubicBezTo>
                  <a:cubicBezTo>
                    <a:pt x="2969" y="1657"/>
                    <a:pt x="3258" y="2439"/>
                    <a:pt x="3258" y="3266"/>
                  </a:cubicBezTo>
                  <a:cubicBezTo>
                    <a:pt x="3258" y="4096"/>
                    <a:pt x="2969" y="4875"/>
                    <a:pt x="2443" y="5462"/>
                  </a:cubicBezTo>
                  <a:cubicBezTo>
                    <a:pt x="1854" y="6127"/>
                    <a:pt x="1014" y="6495"/>
                    <a:pt x="13" y="6537"/>
                  </a:cubicBezTo>
                  <a:close/>
                </a:path>
              </a:pathLst>
            </a:cu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73"/>
            <p:cNvSpPr/>
            <p:nvPr/>
          </p:nvSpPr>
          <p:spPr>
            <a:xfrm rot="-5400000">
              <a:off x="5159729" y="2521848"/>
              <a:ext cx="2438498" cy="2438426"/>
            </a:xfrm>
            <a:custGeom>
              <a:rect b="b" l="l" r="r" t="t"/>
              <a:pathLst>
                <a:path extrusionOk="0" h="4150" w="4150">
                  <a:moveTo>
                    <a:pt x="0" y="4150"/>
                  </a:moveTo>
                  <a:cubicBezTo>
                    <a:pt x="0" y="3041"/>
                    <a:pt x="431" y="1999"/>
                    <a:pt x="1215" y="1215"/>
                  </a:cubicBezTo>
                  <a:cubicBezTo>
                    <a:pt x="1999" y="431"/>
                    <a:pt x="3041" y="0"/>
                    <a:pt x="4150" y="0"/>
                  </a:cubicBezTo>
                  <a:lnTo>
                    <a:pt x="4150" y="303"/>
                  </a:lnTo>
                  <a:cubicBezTo>
                    <a:pt x="3121" y="303"/>
                    <a:pt x="2156" y="703"/>
                    <a:pt x="1430" y="1429"/>
                  </a:cubicBezTo>
                  <a:cubicBezTo>
                    <a:pt x="705" y="2155"/>
                    <a:pt x="303" y="3123"/>
                    <a:pt x="303" y="4150"/>
                  </a:cubicBezTo>
                  <a:lnTo>
                    <a:pt x="0" y="4150"/>
                  </a:lnTo>
                  <a:close/>
                </a:path>
              </a:pathLst>
            </a:cu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" name="Google Shape;194;p73"/>
          <p:cNvGrpSpPr/>
          <p:nvPr/>
        </p:nvGrpSpPr>
        <p:grpSpPr>
          <a:xfrm>
            <a:off x="254716" y="-692970"/>
            <a:ext cx="4909899" cy="5669670"/>
            <a:chOff x="254716" y="-692970"/>
            <a:chExt cx="4909899" cy="5669670"/>
          </a:xfrm>
        </p:grpSpPr>
        <p:sp>
          <p:nvSpPr>
            <p:cNvPr id="195" name="Google Shape;195;p73"/>
            <p:cNvSpPr/>
            <p:nvPr/>
          </p:nvSpPr>
          <p:spPr>
            <a:xfrm flipH="1">
              <a:off x="3664175" y="-110630"/>
              <a:ext cx="1195200" cy="1195200"/>
            </a:xfrm>
            <a:prstGeom prst="ellipse">
              <a:avLst/>
            </a:pr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1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196" name="Google Shape;196;p73"/>
            <p:cNvSpPr/>
            <p:nvPr/>
          </p:nvSpPr>
          <p:spPr>
            <a:xfrm flipH="1">
              <a:off x="254716" y="4693800"/>
              <a:ext cx="282900" cy="282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  <p:sp>
          <p:nvSpPr>
            <p:cNvPr id="197" name="Google Shape;197;p73"/>
            <p:cNvSpPr/>
            <p:nvPr/>
          </p:nvSpPr>
          <p:spPr>
            <a:xfrm rot="-5400000">
              <a:off x="3227815" y="-563370"/>
              <a:ext cx="2066400" cy="1807200"/>
            </a:xfrm>
            <a:custGeom>
              <a:rect b="b" l="l" r="r" t="t"/>
              <a:pathLst>
                <a:path extrusionOk="0" h="5020" w="5740">
                  <a:moveTo>
                    <a:pt x="2491" y="5020"/>
                  </a:moveTo>
                  <a:cubicBezTo>
                    <a:pt x="1722" y="4990"/>
                    <a:pt x="1077" y="4706"/>
                    <a:pt x="624" y="4197"/>
                  </a:cubicBezTo>
                  <a:cubicBezTo>
                    <a:pt x="221" y="3745"/>
                    <a:pt x="0" y="3147"/>
                    <a:pt x="0" y="2510"/>
                  </a:cubicBezTo>
                  <a:cubicBezTo>
                    <a:pt x="0" y="1873"/>
                    <a:pt x="223" y="1275"/>
                    <a:pt x="626" y="823"/>
                  </a:cubicBezTo>
                  <a:cubicBezTo>
                    <a:pt x="1079" y="316"/>
                    <a:pt x="1724" y="30"/>
                    <a:pt x="2493" y="0"/>
                  </a:cubicBezTo>
                  <a:lnTo>
                    <a:pt x="2500" y="0"/>
                  </a:lnTo>
                  <a:lnTo>
                    <a:pt x="5740" y="0"/>
                  </a:lnTo>
                  <a:lnTo>
                    <a:pt x="5740" y="303"/>
                  </a:lnTo>
                  <a:lnTo>
                    <a:pt x="2500" y="303"/>
                  </a:lnTo>
                  <a:cubicBezTo>
                    <a:pt x="1817" y="331"/>
                    <a:pt x="1248" y="580"/>
                    <a:pt x="851" y="1024"/>
                  </a:cubicBezTo>
                  <a:cubicBezTo>
                    <a:pt x="498" y="1421"/>
                    <a:pt x="303" y="1949"/>
                    <a:pt x="303" y="2510"/>
                  </a:cubicBezTo>
                  <a:cubicBezTo>
                    <a:pt x="303" y="3071"/>
                    <a:pt x="498" y="3600"/>
                    <a:pt x="851" y="3996"/>
                  </a:cubicBezTo>
                  <a:cubicBezTo>
                    <a:pt x="1248" y="4440"/>
                    <a:pt x="1820" y="4691"/>
                    <a:pt x="2504" y="4717"/>
                  </a:cubicBezTo>
                  <a:lnTo>
                    <a:pt x="2491" y="5020"/>
                  </a:ln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" name="Google Shape;198;p73"/>
          <p:cNvSpPr txBox="1"/>
          <p:nvPr>
            <p:ph type="title"/>
          </p:nvPr>
        </p:nvSpPr>
        <p:spPr>
          <a:xfrm flipH="1">
            <a:off x="730050" y="2448100"/>
            <a:ext cx="4453800" cy="15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9" name="Google Shape;199;p73"/>
          <p:cNvSpPr txBox="1"/>
          <p:nvPr>
            <p:ph idx="2" type="title"/>
          </p:nvPr>
        </p:nvSpPr>
        <p:spPr>
          <a:xfrm flipH="1">
            <a:off x="833707" y="539500"/>
            <a:ext cx="1580100" cy="1908600"/>
          </a:xfrm>
          <a:prstGeom prst="rect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73"/>
          <p:cNvSpPr txBox="1"/>
          <p:nvPr>
            <p:ph idx="1" type="subTitle"/>
          </p:nvPr>
        </p:nvSpPr>
        <p:spPr>
          <a:xfrm flipH="1">
            <a:off x="730050" y="4109900"/>
            <a:ext cx="44538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73"/>
          <p:cNvSpPr/>
          <p:nvPr>
            <p:ph idx="3" type="pic"/>
          </p:nvPr>
        </p:nvSpPr>
        <p:spPr>
          <a:xfrm flipH="1">
            <a:off x="5869107" y="539500"/>
            <a:ext cx="3831000" cy="38310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4"/>
          <p:cNvSpPr/>
          <p:nvPr/>
        </p:nvSpPr>
        <p:spPr>
          <a:xfrm flipH="1">
            <a:off x="-333730" y="1847282"/>
            <a:ext cx="3762900" cy="3762900"/>
          </a:xfrm>
          <a:prstGeom prst="ellipse">
            <a:avLst/>
          </a:prstGeom>
          <a:solidFill>
            <a:srgbClr val="FFFFFF">
              <a:alpha val="5137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grpSp>
        <p:nvGrpSpPr>
          <p:cNvPr id="204" name="Google Shape;204;p74"/>
          <p:cNvGrpSpPr/>
          <p:nvPr/>
        </p:nvGrpSpPr>
        <p:grpSpPr>
          <a:xfrm>
            <a:off x="-147049" y="-106340"/>
            <a:ext cx="9316113" cy="5076975"/>
            <a:chOff x="-147049" y="-106340"/>
            <a:chExt cx="9316113" cy="5076975"/>
          </a:xfrm>
        </p:grpSpPr>
        <p:sp>
          <p:nvSpPr>
            <p:cNvPr id="205" name="Google Shape;205;p74"/>
            <p:cNvSpPr/>
            <p:nvPr/>
          </p:nvSpPr>
          <p:spPr>
            <a:xfrm flipH="1">
              <a:off x="6326484" y="4754985"/>
              <a:ext cx="2842580" cy="215650"/>
            </a:xfrm>
            <a:custGeom>
              <a:rect b="b" l="l" r="r" t="t"/>
              <a:pathLst>
                <a:path extrusionOk="0" h="303" w="3994">
                  <a:moveTo>
                    <a:pt x="0" y="0"/>
                  </a:moveTo>
                  <a:lnTo>
                    <a:pt x="3994" y="0"/>
                  </a:lnTo>
                  <a:lnTo>
                    <a:pt x="3994" y="303"/>
                  </a:lnTo>
                  <a:lnTo>
                    <a:pt x="0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74"/>
            <p:cNvSpPr/>
            <p:nvPr/>
          </p:nvSpPr>
          <p:spPr>
            <a:xfrm flipH="1">
              <a:off x="193568" y="234455"/>
              <a:ext cx="367800" cy="367800"/>
            </a:xfrm>
            <a:prstGeom prst="ellipse">
              <a:avLst/>
            </a:pr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207" name="Google Shape;207;p74"/>
            <p:cNvSpPr/>
            <p:nvPr/>
          </p:nvSpPr>
          <p:spPr>
            <a:xfrm>
              <a:off x="-147049" y="-106340"/>
              <a:ext cx="1049040" cy="1049400"/>
            </a:xfrm>
            <a:custGeom>
              <a:rect b="b" l="l" r="r" t="t"/>
              <a:pathLst>
                <a:path extrusionOk="0" h="2915" w="2914">
                  <a:moveTo>
                    <a:pt x="1198" y="2915"/>
                  </a:moveTo>
                  <a:cubicBezTo>
                    <a:pt x="769" y="2915"/>
                    <a:pt x="358" y="2742"/>
                    <a:pt x="0" y="2413"/>
                  </a:cubicBezTo>
                  <a:lnTo>
                    <a:pt x="206" y="2190"/>
                  </a:lnTo>
                  <a:cubicBezTo>
                    <a:pt x="527" y="2486"/>
                    <a:pt x="895" y="2632"/>
                    <a:pt x="1272" y="2610"/>
                  </a:cubicBezTo>
                  <a:cubicBezTo>
                    <a:pt x="1608" y="2590"/>
                    <a:pt x="1933" y="2441"/>
                    <a:pt x="2186" y="2188"/>
                  </a:cubicBezTo>
                  <a:cubicBezTo>
                    <a:pt x="2439" y="1934"/>
                    <a:pt x="2589" y="1611"/>
                    <a:pt x="2608" y="1273"/>
                  </a:cubicBezTo>
                  <a:cubicBezTo>
                    <a:pt x="2630" y="897"/>
                    <a:pt x="2485" y="526"/>
                    <a:pt x="2188" y="206"/>
                  </a:cubicBezTo>
                  <a:lnTo>
                    <a:pt x="2411" y="0"/>
                  </a:lnTo>
                  <a:cubicBezTo>
                    <a:pt x="2764" y="383"/>
                    <a:pt x="2938" y="829"/>
                    <a:pt x="2912" y="1291"/>
                  </a:cubicBezTo>
                  <a:cubicBezTo>
                    <a:pt x="2888" y="1702"/>
                    <a:pt x="2708" y="2097"/>
                    <a:pt x="2403" y="2402"/>
                  </a:cubicBezTo>
                  <a:cubicBezTo>
                    <a:pt x="2095" y="2710"/>
                    <a:pt x="1701" y="2889"/>
                    <a:pt x="1289" y="2913"/>
                  </a:cubicBezTo>
                  <a:cubicBezTo>
                    <a:pt x="1259" y="2915"/>
                    <a:pt x="1229" y="2915"/>
                    <a:pt x="1198" y="29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74"/>
          <p:cNvSpPr txBox="1"/>
          <p:nvPr>
            <p:ph type="title"/>
          </p:nvPr>
        </p:nvSpPr>
        <p:spPr>
          <a:xfrm flipH="1">
            <a:off x="3429168" y="2784807"/>
            <a:ext cx="49959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9" name="Google Shape;209;p74"/>
          <p:cNvSpPr txBox="1"/>
          <p:nvPr>
            <p:ph idx="1" type="subTitle"/>
          </p:nvPr>
        </p:nvSpPr>
        <p:spPr>
          <a:xfrm flipH="1">
            <a:off x="3226568" y="549632"/>
            <a:ext cx="5198400" cy="212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0" name="Google Shape;210;p74"/>
          <p:cNvSpPr/>
          <p:nvPr>
            <p:ph idx="2" type="pic"/>
          </p:nvPr>
        </p:nvSpPr>
        <p:spPr>
          <a:xfrm flipH="1">
            <a:off x="-5832" y="2175180"/>
            <a:ext cx="3107100" cy="31071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5"/>
          <p:cNvSpPr/>
          <p:nvPr>
            <p:ph idx="2" type="pic"/>
          </p:nvPr>
        </p:nvSpPr>
        <p:spPr>
          <a:xfrm>
            <a:off x="-6650" y="-6650"/>
            <a:ext cx="9150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75"/>
          <p:cNvSpPr txBox="1"/>
          <p:nvPr>
            <p:ph type="title"/>
          </p:nvPr>
        </p:nvSpPr>
        <p:spPr>
          <a:xfrm>
            <a:off x="720000" y="4052825"/>
            <a:ext cx="7704000" cy="53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6"/>
          <p:cNvSpPr/>
          <p:nvPr/>
        </p:nvSpPr>
        <p:spPr>
          <a:xfrm rot="10800000">
            <a:off x="7048190" y="2766104"/>
            <a:ext cx="2160774" cy="2160774"/>
          </a:xfrm>
          <a:custGeom>
            <a:rect b="b" l="l" r="r" t="t"/>
            <a:pathLst>
              <a:path extrusionOk="0" h="4347" w="4347">
                <a:moveTo>
                  <a:pt x="303" y="4347"/>
                </a:moveTo>
                <a:lnTo>
                  <a:pt x="0" y="4347"/>
                </a:lnTo>
                <a:cubicBezTo>
                  <a:pt x="0" y="1950"/>
                  <a:pt x="1949" y="0"/>
                  <a:pt x="4347" y="0"/>
                </a:cubicBezTo>
                <a:lnTo>
                  <a:pt x="4347" y="304"/>
                </a:lnTo>
                <a:cubicBezTo>
                  <a:pt x="2118" y="306"/>
                  <a:pt x="303" y="2119"/>
                  <a:pt x="303" y="4347"/>
                </a:cubicBezTo>
                <a:close/>
              </a:path>
            </a:pathLst>
          </a:custGeom>
          <a:solidFill>
            <a:srgbClr val="848CA5">
              <a:alpha val="51373"/>
            </a:srgbClr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6"/>
          <p:cNvSpPr/>
          <p:nvPr/>
        </p:nvSpPr>
        <p:spPr>
          <a:xfrm flipH="1">
            <a:off x="4742805" y="481950"/>
            <a:ext cx="4179600" cy="4179600"/>
          </a:xfrm>
          <a:prstGeom prst="ellipse">
            <a:avLst/>
          </a:prstGeom>
          <a:solidFill>
            <a:srgbClr val="FFFFFF">
              <a:alpha val="5137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grpSp>
        <p:nvGrpSpPr>
          <p:cNvPr id="217" name="Google Shape;217;p76"/>
          <p:cNvGrpSpPr/>
          <p:nvPr/>
        </p:nvGrpSpPr>
        <p:grpSpPr>
          <a:xfrm>
            <a:off x="165601" y="-304800"/>
            <a:ext cx="4785554" cy="5307876"/>
            <a:chOff x="165601" y="-304800"/>
            <a:chExt cx="4785554" cy="5307876"/>
          </a:xfrm>
        </p:grpSpPr>
        <p:sp>
          <p:nvSpPr>
            <p:cNvPr id="218" name="Google Shape;218;p76"/>
            <p:cNvSpPr/>
            <p:nvPr/>
          </p:nvSpPr>
          <p:spPr>
            <a:xfrm flipH="1">
              <a:off x="165601" y="4864301"/>
              <a:ext cx="1829202" cy="138775"/>
            </a:xfrm>
            <a:custGeom>
              <a:rect b="b" l="l" r="r" t="t"/>
              <a:pathLst>
                <a:path extrusionOk="0" h="303" w="3994">
                  <a:moveTo>
                    <a:pt x="0" y="0"/>
                  </a:moveTo>
                  <a:lnTo>
                    <a:pt x="3994" y="0"/>
                  </a:lnTo>
                  <a:lnTo>
                    <a:pt x="3994" y="303"/>
                  </a:lnTo>
                  <a:lnTo>
                    <a:pt x="0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76"/>
            <p:cNvSpPr/>
            <p:nvPr/>
          </p:nvSpPr>
          <p:spPr>
            <a:xfrm flipH="1">
              <a:off x="4031955" y="-304800"/>
              <a:ext cx="919200" cy="919200"/>
            </a:xfrm>
            <a:prstGeom prst="ellipse">
              <a:avLst/>
            </a:pr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220" name="Google Shape;220;p76"/>
            <p:cNvSpPr/>
            <p:nvPr/>
          </p:nvSpPr>
          <p:spPr>
            <a:xfrm flipH="1">
              <a:off x="3792365" y="-304800"/>
              <a:ext cx="1158789" cy="1159201"/>
            </a:xfrm>
            <a:custGeom>
              <a:rect b="b" l="l" r="r" t="t"/>
              <a:pathLst>
                <a:path extrusionOk="0" h="2915" w="2914">
                  <a:moveTo>
                    <a:pt x="1198" y="2915"/>
                  </a:moveTo>
                  <a:cubicBezTo>
                    <a:pt x="769" y="2915"/>
                    <a:pt x="358" y="2742"/>
                    <a:pt x="0" y="2413"/>
                  </a:cubicBezTo>
                  <a:lnTo>
                    <a:pt x="206" y="2190"/>
                  </a:lnTo>
                  <a:cubicBezTo>
                    <a:pt x="527" y="2486"/>
                    <a:pt x="895" y="2632"/>
                    <a:pt x="1272" y="2610"/>
                  </a:cubicBezTo>
                  <a:cubicBezTo>
                    <a:pt x="1608" y="2590"/>
                    <a:pt x="1933" y="2441"/>
                    <a:pt x="2186" y="2188"/>
                  </a:cubicBezTo>
                  <a:cubicBezTo>
                    <a:pt x="2439" y="1934"/>
                    <a:pt x="2589" y="1611"/>
                    <a:pt x="2608" y="1273"/>
                  </a:cubicBezTo>
                  <a:cubicBezTo>
                    <a:pt x="2630" y="897"/>
                    <a:pt x="2485" y="526"/>
                    <a:pt x="2188" y="206"/>
                  </a:cubicBezTo>
                  <a:lnTo>
                    <a:pt x="2411" y="0"/>
                  </a:lnTo>
                  <a:cubicBezTo>
                    <a:pt x="2764" y="383"/>
                    <a:pt x="2938" y="829"/>
                    <a:pt x="2912" y="1291"/>
                  </a:cubicBezTo>
                  <a:cubicBezTo>
                    <a:pt x="2888" y="1702"/>
                    <a:pt x="2708" y="2097"/>
                    <a:pt x="2403" y="2402"/>
                  </a:cubicBezTo>
                  <a:cubicBezTo>
                    <a:pt x="2095" y="2710"/>
                    <a:pt x="1701" y="2889"/>
                    <a:pt x="1289" y="2913"/>
                  </a:cubicBezTo>
                  <a:cubicBezTo>
                    <a:pt x="1259" y="2915"/>
                    <a:pt x="1229" y="2915"/>
                    <a:pt x="1198" y="2915"/>
                  </a:cubicBez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76"/>
            <p:cNvSpPr/>
            <p:nvPr/>
          </p:nvSpPr>
          <p:spPr>
            <a:xfrm flipH="1">
              <a:off x="184530" y="251175"/>
              <a:ext cx="367800" cy="367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</p:grpSp>
      <p:sp>
        <p:nvSpPr>
          <p:cNvPr id="222" name="Google Shape;222;p76"/>
          <p:cNvSpPr txBox="1"/>
          <p:nvPr>
            <p:ph type="title"/>
          </p:nvPr>
        </p:nvSpPr>
        <p:spPr>
          <a:xfrm>
            <a:off x="745905" y="984238"/>
            <a:ext cx="2984100" cy="201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3" name="Google Shape;223;p76"/>
          <p:cNvSpPr txBox="1"/>
          <p:nvPr>
            <p:ph idx="1" type="subTitle"/>
          </p:nvPr>
        </p:nvSpPr>
        <p:spPr>
          <a:xfrm>
            <a:off x="745905" y="3000063"/>
            <a:ext cx="2984100" cy="11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76"/>
          <p:cNvSpPr/>
          <p:nvPr>
            <p:ph idx="2" type="pic"/>
          </p:nvPr>
        </p:nvSpPr>
        <p:spPr>
          <a:xfrm>
            <a:off x="4951155" y="690300"/>
            <a:ext cx="3762900" cy="3762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77"/>
          <p:cNvGrpSpPr/>
          <p:nvPr/>
        </p:nvGrpSpPr>
        <p:grpSpPr>
          <a:xfrm>
            <a:off x="-563527" y="-4"/>
            <a:ext cx="9598346" cy="6473204"/>
            <a:chOff x="-563527" y="-4"/>
            <a:chExt cx="9598346" cy="6473204"/>
          </a:xfrm>
        </p:grpSpPr>
        <p:sp>
          <p:nvSpPr>
            <p:cNvPr id="227" name="Google Shape;227;p77"/>
            <p:cNvSpPr/>
            <p:nvPr/>
          </p:nvSpPr>
          <p:spPr>
            <a:xfrm flipH="1">
              <a:off x="-317125" y="2631100"/>
              <a:ext cx="3842100" cy="3842100"/>
            </a:xfrm>
            <a:prstGeom prst="ellipse">
              <a:avLst/>
            </a:pr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  <p:sp>
          <p:nvSpPr>
            <p:cNvPr id="228" name="Google Shape;228;p77"/>
            <p:cNvSpPr/>
            <p:nvPr/>
          </p:nvSpPr>
          <p:spPr>
            <a:xfrm flipH="1">
              <a:off x="6572837" y="3505450"/>
              <a:ext cx="2093400" cy="2093400"/>
            </a:xfrm>
            <a:prstGeom prst="ellipse">
              <a:avLst/>
            </a:pr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  <p:sp>
          <p:nvSpPr>
            <p:cNvPr id="229" name="Google Shape;229;p77"/>
            <p:cNvSpPr/>
            <p:nvPr/>
          </p:nvSpPr>
          <p:spPr>
            <a:xfrm rot="5400000">
              <a:off x="6001252" y="3352087"/>
              <a:ext cx="3236556" cy="2830577"/>
            </a:xfrm>
            <a:custGeom>
              <a:rect b="b" l="l" r="r" t="t"/>
              <a:pathLst>
                <a:path extrusionOk="0" h="5020" w="5740">
                  <a:moveTo>
                    <a:pt x="2491" y="5020"/>
                  </a:moveTo>
                  <a:cubicBezTo>
                    <a:pt x="1722" y="4990"/>
                    <a:pt x="1077" y="4706"/>
                    <a:pt x="624" y="4197"/>
                  </a:cubicBezTo>
                  <a:cubicBezTo>
                    <a:pt x="221" y="3745"/>
                    <a:pt x="0" y="3147"/>
                    <a:pt x="0" y="2510"/>
                  </a:cubicBezTo>
                  <a:cubicBezTo>
                    <a:pt x="0" y="1873"/>
                    <a:pt x="223" y="1275"/>
                    <a:pt x="626" y="823"/>
                  </a:cubicBezTo>
                  <a:cubicBezTo>
                    <a:pt x="1079" y="316"/>
                    <a:pt x="1724" y="30"/>
                    <a:pt x="2493" y="0"/>
                  </a:cubicBezTo>
                  <a:lnTo>
                    <a:pt x="2500" y="0"/>
                  </a:lnTo>
                  <a:lnTo>
                    <a:pt x="5740" y="0"/>
                  </a:lnTo>
                  <a:lnTo>
                    <a:pt x="5740" y="303"/>
                  </a:lnTo>
                  <a:lnTo>
                    <a:pt x="2500" y="303"/>
                  </a:lnTo>
                  <a:cubicBezTo>
                    <a:pt x="1817" y="331"/>
                    <a:pt x="1248" y="580"/>
                    <a:pt x="851" y="1024"/>
                  </a:cubicBezTo>
                  <a:cubicBezTo>
                    <a:pt x="498" y="1421"/>
                    <a:pt x="303" y="1949"/>
                    <a:pt x="303" y="2510"/>
                  </a:cubicBezTo>
                  <a:cubicBezTo>
                    <a:pt x="303" y="3071"/>
                    <a:pt x="498" y="3600"/>
                    <a:pt x="851" y="3996"/>
                  </a:cubicBezTo>
                  <a:cubicBezTo>
                    <a:pt x="1248" y="4440"/>
                    <a:pt x="1820" y="4691"/>
                    <a:pt x="2504" y="4717"/>
                  </a:cubicBezTo>
                  <a:lnTo>
                    <a:pt x="2491" y="5020"/>
                  </a:lnTo>
                  <a:close/>
                </a:path>
              </a:pathLst>
            </a:cu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77"/>
            <p:cNvSpPr/>
            <p:nvPr/>
          </p:nvSpPr>
          <p:spPr>
            <a:xfrm flipH="1">
              <a:off x="319046" y="-4"/>
              <a:ext cx="151617" cy="1649998"/>
            </a:xfrm>
            <a:custGeom>
              <a:rect b="b" l="l" r="r" t="t"/>
              <a:pathLst>
                <a:path extrusionOk="0" h="3298" w="303">
                  <a:moveTo>
                    <a:pt x="0" y="0"/>
                  </a:moveTo>
                  <a:lnTo>
                    <a:pt x="303" y="0"/>
                  </a:lnTo>
                  <a:lnTo>
                    <a:pt x="303" y="3298"/>
                  </a:lnTo>
                  <a:lnTo>
                    <a:pt x="0" y="3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77"/>
            <p:cNvSpPr/>
            <p:nvPr/>
          </p:nvSpPr>
          <p:spPr>
            <a:xfrm flipH="1">
              <a:off x="647850" y="195425"/>
              <a:ext cx="367800" cy="367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232" name="Google Shape;232;p77"/>
            <p:cNvSpPr/>
            <p:nvPr/>
          </p:nvSpPr>
          <p:spPr>
            <a:xfrm>
              <a:off x="-563527" y="2361079"/>
              <a:ext cx="2130029" cy="2130029"/>
            </a:xfrm>
            <a:custGeom>
              <a:rect b="b" l="l" r="r" t="t"/>
              <a:pathLst>
                <a:path extrusionOk="0" h="4150" w="4150">
                  <a:moveTo>
                    <a:pt x="0" y="4150"/>
                  </a:moveTo>
                  <a:cubicBezTo>
                    <a:pt x="0" y="3041"/>
                    <a:pt x="431" y="1999"/>
                    <a:pt x="1215" y="1215"/>
                  </a:cubicBezTo>
                  <a:cubicBezTo>
                    <a:pt x="1999" y="431"/>
                    <a:pt x="3041" y="0"/>
                    <a:pt x="4150" y="0"/>
                  </a:cubicBezTo>
                  <a:lnTo>
                    <a:pt x="4150" y="303"/>
                  </a:lnTo>
                  <a:cubicBezTo>
                    <a:pt x="3121" y="303"/>
                    <a:pt x="2156" y="703"/>
                    <a:pt x="1430" y="1429"/>
                  </a:cubicBezTo>
                  <a:cubicBezTo>
                    <a:pt x="705" y="2155"/>
                    <a:pt x="303" y="3123"/>
                    <a:pt x="303" y="4150"/>
                  </a:cubicBezTo>
                  <a:lnTo>
                    <a:pt x="0" y="4150"/>
                  </a:ln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Google Shape;233;p77"/>
          <p:cNvSpPr txBox="1"/>
          <p:nvPr>
            <p:ph hasCustomPrompt="1" type="title"/>
          </p:nvPr>
        </p:nvSpPr>
        <p:spPr>
          <a:xfrm flipH="1">
            <a:off x="2227150" y="563225"/>
            <a:ext cx="6188700" cy="1650000"/>
          </a:xfrm>
          <a:prstGeom prst="rect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b="1" sz="5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4" name="Google Shape;234;p77"/>
          <p:cNvSpPr txBox="1"/>
          <p:nvPr>
            <p:ph idx="1" type="subTitle"/>
          </p:nvPr>
        </p:nvSpPr>
        <p:spPr>
          <a:xfrm flipH="1">
            <a:off x="2227150" y="2310000"/>
            <a:ext cx="61887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35" name="Google Shape;235;p77"/>
          <p:cNvSpPr/>
          <p:nvPr>
            <p:ph idx="2" type="pic"/>
          </p:nvPr>
        </p:nvSpPr>
        <p:spPr>
          <a:xfrm flipH="1">
            <a:off x="-92125" y="2855950"/>
            <a:ext cx="3392100" cy="33924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78"/>
          <p:cNvGrpSpPr/>
          <p:nvPr/>
        </p:nvGrpSpPr>
        <p:grpSpPr>
          <a:xfrm>
            <a:off x="5971626" y="216950"/>
            <a:ext cx="4205724" cy="5281954"/>
            <a:chOff x="5971626" y="216950"/>
            <a:chExt cx="4205724" cy="5281954"/>
          </a:xfrm>
        </p:grpSpPr>
        <p:sp>
          <p:nvSpPr>
            <p:cNvPr id="238" name="Google Shape;238;p78"/>
            <p:cNvSpPr/>
            <p:nvPr/>
          </p:nvSpPr>
          <p:spPr>
            <a:xfrm flipH="1">
              <a:off x="5971626" y="216950"/>
              <a:ext cx="3842100" cy="3842100"/>
            </a:xfrm>
            <a:prstGeom prst="ellipse">
              <a:avLst/>
            </a:pr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  <p:sp>
          <p:nvSpPr>
            <p:cNvPr id="239" name="Google Shape;239;p78"/>
            <p:cNvSpPr/>
            <p:nvPr/>
          </p:nvSpPr>
          <p:spPr>
            <a:xfrm rot="-9099044">
              <a:off x="7051936" y="2373490"/>
              <a:ext cx="2654376" cy="2654376"/>
            </a:xfrm>
            <a:custGeom>
              <a:rect b="b" l="l" r="r" t="t"/>
              <a:pathLst>
                <a:path extrusionOk="0" h="4150" w="4150">
                  <a:moveTo>
                    <a:pt x="0" y="4150"/>
                  </a:moveTo>
                  <a:cubicBezTo>
                    <a:pt x="0" y="3041"/>
                    <a:pt x="431" y="1999"/>
                    <a:pt x="1215" y="1215"/>
                  </a:cubicBezTo>
                  <a:cubicBezTo>
                    <a:pt x="1999" y="431"/>
                    <a:pt x="3041" y="0"/>
                    <a:pt x="4150" y="0"/>
                  </a:cubicBezTo>
                  <a:lnTo>
                    <a:pt x="4150" y="303"/>
                  </a:lnTo>
                  <a:cubicBezTo>
                    <a:pt x="3121" y="303"/>
                    <a:pt x="2156" y="703"/>
                    <a:pt x="1430" y="1429"/>
                  </a:cubicBezTo>
                  <a:cubicBezTo>
                    <a:pt x="705" y="2155"/>
                    <a:pt x="303" y="3123"/>
                    <a:pt x="303" y="4150"/>
                  </a:cubicBezTo>
                  <a:lnTo>
                    <a:pt x="0" y="4150"/>
                  </a:lnTo>
                  <a:close/>
                </a:path>
              </a:pathLst>
            </a:cu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p78"/>
          <p:cNvGrpSpPr/>
          <p:nvPr/>
        </p:nvGrpSpPr>
        <p:grpSpPr>
          <a:xfrm>
            <a:off x="-3168" y="4676688"/>
            <a:ext cx="8996520" cy="367800"/>
            <a:chOff x="-3168" y="4676688"/>
            <a:chExt cx="8996520" cy="367800"/>
          </a:xfrm>
        </p:grpSpPr>
        <p:sp>
          <p:nvSpPr>
            <p:cNvPr id="241" name="Google Shape;241;p78"/>
            <p:cNvSpPr/>
            <p:nvPr/>
          </p:nvSpPr>
          <p:spPr>
            <a:xfrm flipH="1" rot="-5400000">
              <a:off x="746022" y="4035596"/>
              <a:ext cx="151617" cy="1649998"/>
            </a:xfrm>
            <a:custGeom>
              <a:rect b="b" l="l" r="r" t="t"/>
              <a:pathLst>
                <a:path extrusionOk="0" h="3298" w="303">
                  <a:moveTo>
                    <a:pt x="0" y="0"/>
                  </a:moveTo>
                  <a:lnTo>
                    <a:pt x="303" y="0"/>
                  </a:lnTo>
                  <a:lnTo>
                    <a:pt x="303" y="3298"/>
                  </a:lnTo>
                  <a:lnTo>
                    <a:pt x="0" y="3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78"/>
            <p:cNvSpPr/>
            <p:nvPr/>
          </p:nvSpPr>
          <p:spPr>
            <a:xfrm flipH="1">
              <a:off x="8625551" y="4676688"/>
              <a:ext cx="367800" cy="36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</p:grpSp>
      <p:sp>
        <p:nvSpPr>
          <p:cNvPr id="243" name="Google Shape;243;p78"/>
          <p:cNvSpPr txBox="1"/>
          <p:nvPr>
            <p:ph type="title"/>
          </p:nvPr>
        </p:nvSpPr>
        <p:spPr>
          <a:xfrm flipH="1">
            <a:off x="745547" y="594025"/>
            <a:ext cx="4696800" cy="768900"/>
          </a:xfrm>
          <a:prstGeom prst="rect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4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78"/>
          <p:cNvSpPr txBox="1"/>
          <p:nvPr>
            <p:ph idx="1" type="subTitle"/>
          </p:nvPr>
        </p:nvSpPr>
        <p:spPr>
          <a:xfrm flipH="1">
            <a:off x="745551" y="1362925"/>
            <a:ext cx="46968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78"/>
          <p:cNvSpPr txBox="1"/>
          <p:nvPr>
            <p:ph idx="2" type="title"/>
          </p:nvPr>
        </p:nvSpPr>
        <p:spPr>
          <a:xfrm flipH="1">
            <a:off x="745547" y="1967931"/>
            <a:ext cx="4696800" cy="768900"/>
          </a:xfrm>
          <a:prstGeom prst="rect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4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6" name="Google Shape;246;p78"/>
          <p:cNvSpPr txBox="1"/>
          <p:nvPr>
            <p:ph idx="3" type="subTitle"/>
          </p:nvPr>
        </p:nvSpPr>
        <p:spPr>
          <a:xfrm flipH="1">
            <a:off x="745551" y="2739399"/>
            <a:ext cx="46968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78"/>
          <p:cNvSpPr txBox="1"/>
          <p:nvPr>
            <p:ph idx="4" type="title"/>
          </p:nvPr>
        </p:nvSpPr>
        <p:spPr>
          <a:xfrm flipH="1">
            <a:off x="745547" y="3341838"/>
            <a:ext cx="4696800" cy="768900"/>
          </a:xfrm>
          <a:prstGeom prst="rect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4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p78"/>
          <p:cNvSpPr txBox="1"/>
          <p:nvPr>
            <p:ph idx="5" type="subTitle"/>
          </p:nvPr>
        </p:nvSpPr>
        <p:spPr>
          <a:xfrm flipH="1">
            <a:off x="745551" y="4115873"/>
            <a:ext cx="46968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78"/>
          <p:cNvSpPr/>
          <p:nvPr>
            <p:ph idx="6" type="pic"/>
          </p:nvPr>
        </p:nvSpPr>
        <p:spPr>
          <a:xfrm flipH="1">
            <a:off x="6143976" y="389300"/>
            <a:ext cx="3497400" cy="34974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79"/>
          <p:cNvGrpSpPr/>
          <p:nvPr/>
        </p:nvGrpSpPr>
        <p:grpSpPr>
          <a:xfrm>
            <a:off x="57865" y="-8356"/>
            <a:ext cx="8975873" cy="5813533"/>
            <a:chOff x="57865" y="-8356"/>
            <a:chExt cx="8975873" cy="5813533"/>
          </a:xfrm>
        </p:grpSpPr>
        <p:sp>
          <p:nvSpPr>
            <p:cNvPr id="252" name="Google Shape;252;p79"/>
            <p:cNvSpPr/>
            <p:nvPr/>
          </p:nvSpPr>
          <p:spPr>
            <a:xfrm>
              <a:off x="57865" y="-8356"/>
              <a:ext cx="189676" cy="2064449"/>
            </a:xfrm>
            <a:custGeom>
              <a:rect b="b" l="l" r="r" t="t"/>
              <a:pathLst>
                <a:path extrusionOk="0" h="3298" w="303">
                  <a:moveTo>
                    <a:pt x="0" y="0"/>
                  </a:moveTo>
                  <a:lnTo>
                    <a:pt x="303" y="0"/>
                  </a:lnTo>
                  <a:lnTo>
                    <a:pt x="303" y="3298"/>
                  </a:lnTo>
                  <a:lnTo>
                    <a:pt x="0" y="3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79"/>
            <p:cNvSpPr/>
            <p:nvPr/>
          </p:nvSpPr>
          <p:spPr>
            <a:xfrm>
              <a:off x="422027" y="2"/>
              <a:ext cx="189675" cy="1373362"/>
            </a:xfrm>
            <a:custGeom>
              <a:rect b="b" l="l" r="r" t="t"/>
              <a:pathLst>
                <a:path extrusionOk="0" h="2194" w="303">
                  <a:moveTo>
                    <a:pt x="0" y="0"/>
                  </a:moveTo>
                  <a:lnTo>
                    <a:pt x="303" y="0"/>
                  </a:lnTo>
                  <a:lnTo>
                    <a:pt x="303" y="2194"/>
                  </a:lnTo>
                  <a:lnTo>
                    <a:pt x="0" y="21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79"/>
            <p:cNvSpPr/>
            <p:nvPr/>
          </p:nvSpPr>
          <p:spPr>
            <a:xfrm>
              <a:off x="8430776" y="4346126"/>
              <a:ext cx="602924" cy="1459051"/>
            </a:xfrm>
            <a:custGeom>
              <a:rect b="b" l="l" r="r" t="t"/>
              <a:pathLst>
                <a:path extrusionOk="0" h="3654" w="1510">
                  <a:moveTo>
                    <a:pt x="310" y="3654"/>
                  </a:moveTo>
                  <a:lnTo>
                    <a:pt x="7" y="3654"/>
                  </a:lnTo>
                  <a:cubicBezTo>
                    <a:pt x="7" y="3628"/>
                    <a:pt x="7" y="1495"/>
                    <a:pt x="7" y="902"/>
                  </a:cubicBezTo>
                  <a:lnTo>
                    <a:pt x="0" y="902"/>
                  </a:lnTo>
                  <a:lnTo>
                    <a:pt x="7" y="743"/>
                  </a:lnTo>
                  <a:cubicBezTo>
                    <a:pt x="15" y="516"/>
                    <a:pt x="102" y="325"/>
                    <a:pt x="254" y="189"/>
                  </a:cubicBezTo>
                  <a:cubicBezTo>
                    <a:pt x="390" y="68"/>
                    <a:pt x="568" y="0"/>
                    <a:pt x="758" y="0"/>
                  </a:cubicBezTo>
                  <a:lnTo>
                    <a:pt x="758" y="0"/>
                  </a:lnTo>
                  <a:cubicBezTo>
                    <a:pt x="949" y="0"/>
                    <a:pt x="1127" y="68"/>
                    <a:pt x="1263" y="189"/>
                  </a:cubicBezTo>
                  <a:cubicBezTo>
                    <a:pt x="1415" y="325"/>
                    <a:pt x="1501" y="516"/>
                    <a:pt x="1510" y="743"/>
                  </a:cubicBezTo>
                  <a:lnTo>
                    <a:pt x="1510" y="750"/>
                  </a:lnTo>
                  <a:lnTo>
                    <a:pt x="1510" y="1644"/>
                  </a:lnTo>
                  <a:lnTo>
                    <a:pt x="1207" y="1644"/>
                  </a:lnTo>
                  <a:lnTo>
                    <a:pt x="1207" y="754"/>
                  </a:lnTo>
                  <a:cubicBezTo>
                    <a:pt x="1194" y="444"/>
                    <a:pt x="973" y="306"/>
                    <a:pt x="758" y="306"/>
                  </a:cubicBezTo>
                  <a:cubicBezTo>
                    <a:pt x="544" y="306"/>
                    <a:pt x="323" y="444"/>
                    <a:pt x="310" y="754"/>
                  </a:cubicBezTo>
                  <a:cubicBezTo>
                    <a:pt x="310" y="756"/>
                    <a:pt x="310" y="756"/>
                    <a:pt x="310" y="759"/>
                  </a:cubicBezTo>
                  <a:lnTo>
                    <a:pt x="310" y="3654"/>
                  </a:lnTo>
                  <a:close/>
                </a:path>
              </a:pathLst>
            </a:cu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79"/>
            <p:cNvSpPr/>
            <p:nvPr/>
          </p:nvSpPr>
          <p:spPr>
            <a:xfrm flipH="1">
              <a:off x="8430738" y="3589624"/>
              <a:ext cx="603000" cy="603000"/>
            </a:xfrm>
            <a:prstGeom prst="ellipse">
              <a:avLst/>
            </a:pr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</p:grpSp>
      <p:sp>
        <p:nvSpPr>
          <p:cNvPr id="256" name="Google Shape;256;p79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80"/>
          <p:cNvGrpSpPr/>
          <p:nvPr/>
        </p:nvGrpSpPr>
        <p:grpSpPr>
          <a:xfrm>
            <a:off x="-874880" y="-820687"/>
            <a:ext cx="10052895" cy="5812162"/>
            <a:chOff x="-874880" y="-820687"/>
            <a:chExt cx="10052895" cy="5812162"/>
          </a:xfrm>
        </p:grpSpPr>
        <p:sp>
          <p:nvSpPr>
            <p:cNvPr id="259" name="Google Shape;259;p80"/>
            <p:cNvSpPr/>
            <p:nvPr/>
          </p:nvSpPr>
          <p:spPr>
            <a:xfrm>
              <a:off x="7323639" y="4805800"/>
              <a:ext cx="1854376" cy="185675"/>
            </a:xfrm>
            <a:custGeom>
              <a:rect b="b" l="l" r="r" t="t"/>
              <a:pathLst>
                <a:path extrusionOk="0" h="302" w="2006">
                  <a:moveTo>
                    <a:pt x="0" y="0"/>
                  </a:moveTo>
                  <a:lnTo>
                    <a:pt x="2006" y="0"/>
                  </a:lnTo>
                  <a:lnTo>
                    <a:pt x="2006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80"/>
            <p:cNvSpPr/>
            <p:nvPr/>
          </p:nvSpPr>
          <p:spPr>
            <a:xfrm flipH="1">
              <a:off x="-58981" y="-820687"/>
              <a:ext cx="1512600" cy="1512600"/>
            </a:xfrm>
            <a:prstGeom prst="ellipse">
              <a:avLst/>
            </a:pr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  <p:sp>
          <p:nvSpPr>
            <p:cNvPr id="261" name="Google Shape;261;p80"/>
            <p:cNvSpPr/>
            <p:nvPr/>
          </p:nvSpPr>
          <p:spPr>
            <a:xfrm flipH="1" rot="10800000">
              <a:off x="-486800" y="-101480"/>
              <a:ext cx="2351520" cy="1173600"/>
            </a:xfrm>
            <a:custGeom>
              <a:rect b="b" l="l" r="r" t="t"/>
              <a:pathLst>
                <a:path extrusionOk="0" h="3260" w="6532">
                  <a:moveTo>
                    <a:pt x="304" y="3258"/>
                  </a:moveTo>
                  <a:lnTo>
                    <a:pt x="0" y="3245"/>
                  </a:lnTo>
                  <a:cubicBezTo>
                    <a:pt x="39" y="2242"/>
                    <a:pt x="410" y="1402"/>
                    <a:pt x="1070" y="813"/>
                  </a:cubicBezTo>
                  <a:cubicBezTo>
                    <a:pt x="1657" y="288"/>
                    <a:pt x="2439" y="0"/>
                    <a:pt x="3267" y="0"/>
                  </a:cubicBezTo>
                  <a:lnTo>
                    <a:pt x="3267" y="0"/>
                  </a:lnTo>
                  <a:cubicBezTo>
                    <a:pt x="4096" y="0"/>
                    <a:pt x="4875" y="288"/>
                    <a:pt x="5462" y="815"/>
                  </a:cubicBezTo>
                  <a:cubicBezTo>
                    <a:pt x="6122" y="1404"/>
                    <a:pt x="6493" y="2244"/>
                    <a:pt x="6532" y="3247"/>
                  </a:cubicBezTo>
                  <a:lnTo>
                    <a:pt x="6229" y="3260"/>
                  </a:lnTo>
                  <a:cubicBezTo>
                    <a:pt x="6192" y="2342"/>
                    <a:pt x="5858" y="1575"/>
                    <a:pt x="5260" y="1042"/>
                  </a:cubicBezTo>
                  <a:cubicBezTo>
                    <a:pt x="4728" y="568"/>
                    <a:pt x="4020" y="306"/>
                    <a:pt x="3267" y="306"/>
                  </a:cubicBezTo>
                  <a:lnTo>
                    <a:pt x="3267" y="306"/>
                  </a:lnTo>
                  <a:cubicBezTo>
                    <a:pt x="2513" y="306"/>
                    <a:pt x="1805" y="568"/>
                    <a:pt x="1272" y="1042"/>
                  </a:cubicBezTo>
                  <a:cubicBezTo>
                    <a:pt x="676" y="1573"/>
                    <a:pt x="340" y="2340"/>
                    <a:pt x="304" y="3258"/>
                  </a:cubicBezTo>
                  <a:close/>
                </a:path>
              </a:pathLst>
            </a:cu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80"/>
            <p:cNvSpPr/>
            <p:nvPr/>
          </p:nvSpPr>
          <p:spPr>
            <a:xfrm flipH="1" rot="10800000">
              <a:off x="-874880" y="-98240"/>
              <a:ext cx="1564920" cy="1564920"/>
            </a:xfrm>
            <a:custGeom>
              <a:rect b="b" l="l" r="r" t="t"/>
              <a:pathLst>
                <a:path extrusionOk="0" h="4347" w="4347">
                  <a:moveTo>
                    <a:pt x="303" y="4347"/>
                  </a:moveTo>
                  <a:lnTo>
                    <a:pt x="0" y="4347"/>
                  </a:lnTo>
                  <a:cubicBezTo>
                    <a:pt x="0" y="1950"/>
                    <a:pt x="1949" y="0"/>
                    <a:pt x="4347" y="0"/>
                  </a:cubicBezTo>
                  <a:lnTo>
                    <a:pt x="4347" y="304"/>
                  </a:lnTo>
                  <a:cubicBezTo>
                    <a:pt x="2118" y="306"/>
                    <a:pt x="303" y="2119"/>
                    <a:pt x="303" y="4347"/>
                  </a:cubicBezTo>
                  <a:close/>
                </a:path>
              </a:pathLst>
            </a:cu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80"/>
            <p:cNvSpPr/>
            <p:nvPr/>
          </p:nvSpPr>
          <p:spPr>
            <a:xfrm flipH="1">
              <a:off x="200797" y="4544475"/>
              <a:ext cx="447000" cy="447000"/>
            </a:xfrm>
            <a:prstGeom prst="ellipse">
              <a:avLst/>
            </a:pr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</p:grpSp>
      <p:sp>
        <p:nvSpPr>
          <p:cNvPr id="264" name="Google Shape;264;p80"/>
          <p:cNvSpPr txBox="1"/>
          <p:nvPr>
            <p:ph type="title"/>
          </p:nvPr>
        </p:nvSpPr>
        <p:spPr>
          <a:xfrm>
            <a:off x="720000" y="1538550"/>
            <a:ext cx="3119400" cy="113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5" name="Google Shape;265;p80"/>
          <p:cNvSpPr txBox="1"/>
          <p:nvPr>
            <p:ph idx="1" type="subTitle"/>
          </p:nvPr>
        </p:nvSpPr>
        <p:spPr>
          <a:xfrm>
            <a:off x="720000" y="2672275"/>
            <a:ext cx="31194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81"/>
          <p:cNvGrpSpPr/>
          <p:nvPr/>
        </p:nvGrpSpPr>
        <p:grpSpPr>
          <a:xfrm>
            <a:off x="182502" y="213413"/>
            <a:ext cx="9287149" cy="5920685"/>
            <a:chOff x="182502" y="213413"/>
            <a:chExt cx="9287149" cy="5920685"/>
          </a:xfrm>
        </p:grpSpPr>
        <p:sp>
          <p:nvSpPr>
            <p:cNvPr id="268" name="Google Shape;268;p81"/>
            <p:cNvSpPr/>
            <p:nvPr/>
          </p:nvSpPr>
          <p:spPr>
            <a:xfrm>
              <a:off x="182502" y="3223184"/>
              <a:ext cx="267450" cy="2910914"/>
            </a:xfrm>
            <a:custGeom>
              <a:rect b="b" l="l" r="r" t="t"/>
              <a:pathLst>
                <a:path extrusionOk="0" h="3298" w="303">
                  <a:moveTo>
                    <a:pt x="0" y="0"/>
                  </a:moveTo>
                  <a:lnTo>
                    <a:pt x="303" y="0"/>
                  </a:lnTo>
                  <a:lnTo>
                    <a:pt x="303" y="3298"/>
                  </a:lnTo>
                  <a:lnTo>
                    <a:pt x="0" y="3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81"/>
            <p:cNvSpPr/>
            <p:nvPr/>
          </p:nvSpPr>
          <p:spPr>
            <a:xfrm flipH="1">
              <a:off x="8489205" y="213413"/>
              <a:ext cx="463200" cy="463800"/>
            </a:xfrm>
            <a:prstGeom prst="ellipse">
              <a:avLst/>
            </a:pr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270" name="Google Shape;270;p81"/>
            <p:cNvSpPr/>
            <p:nvPr/>
          </p:nvSpPr>
          <p:spPr>
            <a:xfrm rot="1467177">
              <a:off x="7886680" y="3424813"/>
              <a:ext cx="1155088" cy="2317637"/>
            </a:xfrm>
            <a:custGeom>
              <a:rect b="b" l="l" r="r" t="t"/>
              <a:pathLst>
                <a:path extrusionOk="0" h="6537" w="3258">
                  <a:moveTo>
                    <a:pt x="13" y="6537"/>
                  </a:moveTo>
                  <a:lnTo>
                    <a:pt x="0" y="6233"/>
                  </a:lnTo>
                  <a:cubicBezTo>
                    <a:pt x="918" y="6197"/>
                    <a:pt x="1685" y="5863"/>
                    <a:pt x="2218" y="5265"/>
                  </a:cubicBezTo>
                  <a:cubicBezTo>
                    <a:pt x="2692" y="4732"/>
                    <a:pt x="2954" y="4023"/>
                    <a:pt x="2954" y="3270"/>
                  </a:cubicBezTo>
                  <a:cubicBezTo>
                    <a:pt x="2954" y="2516"/>
                    <a:pt x="2692" y="1808"/>
                    <a:pt x="2218" y="1275"/>
                  </a:cubicBezTo>
                  <a:cubicBezTo>
                    <a:pt x="1685" y="676"/>
                    <a:pt x="918" y="340"/>
                    <a:pt x="0" y="303"/>
                  </a:cubicBezTo>
                  <a:lnTo>
                    <a:pt x="13" y="0"/>
                  </a:lnTo>
                  <a:cubicBezTo>
                    <a:pt x="1016" y="39"/>
                    <a:pt x="1856" y="409"/>
                    <a:pt x="2445" y="1070"/>
                  </a:cubicBezTo>
                  <a:cubicBezTo>
                    <a:pt x="2969" y="1657"/>
                    <a:pt x="3258" y="2439"/>
                    <a:pt x="3258" y="3266"/>
                  </a:cubicBezTo>
                  <a:cubicBezTo>
                    <a:pt x="3258" y="4096"/>
                    <a:pt x="2969" y="4875"/>
                    <a:pt x="2443" y="5462"/>
                  </a:cubicBezTo>
                  <a:cubicBezTo>
                    <a:pt x="1854" y="6127"/>
                    <a:pt x="1014" y="6495"/>
                    <a:pt x="13" y="6537"/>
                  </a:cubicBezTo>
                  <a:close/>
                </a:path>
              </a:pathLst>
            </a:cu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81"/>
            <p:cNvSpPr/>
            <p:nvPr/>
          </p:nvSpPr>
          <p:spPr>
            <a:xfrm rot="1467154">
              <a:off x="7415108" y="3931140"/>
              <a:ext cx="1154207" cy="1154612"/>
            </a:xfrm>
            <a:custGeom>
              <a:rect b="b" l="l" r="r" t="t"/>
              <a:pathLst>
                <a:path extrusionOk="0" h="2915" w="2914">
                  <a:moveTo>
                    <a:pt x="1198" y="2915"/>
                  </a:moveTo>
                  <a:cubicBezTo>
                    <a:pt x="769" y="2915"/>
                    <a:pt x="358" y="2742"/>
                    <a:pt x="0" y="2413"/>
                  </a:cubicBezTo>
                  <a:lnTo>
                    <a:pt x="206" y="2190"/>
                  </a:lnTo>
                  <a:cubicBezTo>
                    <a:pt x="527" y="2486"/>
                    <a:pt x="895" y="2632"/>
                    <a:pt x="1272" y="2610"/>
                  </a:cubicBezTo>
                  <a:cubicBezTo>
                    <a:pt x="1608" y="2590"/>
                    <a:pt x="1933" y="2441"/>
                    <a:pt x="2186" y="2188"/>
                  </a:cubicBezTo>
                  <a:cubicBezTo>
                    <a:pt x="2439" y="1934"/>
                    <a:pt x="2589" y="1611"/>
                    <a:pt x="2608" y="1273"/>
                  </a:cubicBezTo>
                  <a:cubicBezTo>
                    <a:pt x="2630" y="897"/>
                    <a:pt x="2485" y="526"/>
                    <a:pt x="2188" y="206"/>
                  </a:cubicBezTo>
                  <a:lnTo>
                    <a:pt x="2411" y="0"/>
                  </a:lnTo>
                  <a:cubicBezTo>
                    <a:pt x="2764" y="383"/>
                    <a:pt x="2938" y="829"/>
                    <a:pt x="2912" y="1291"/>
                  </a:cubicBezTo>
                  <a:cubicBezTo>
                    <a:pt x="2888" y="1702"/>
                    <a:pt x="2708" y="2097"/>
                    <a:pt x="2403" y="2402"/>
                  </a:cubicBezTo>
                  <a:cubicBezTo>
                    <a:pt x="2095" y="2710"/>
                    <a:pt x="1701" y="2889"/>
                    <a:pt x="1289" y="2913"/>
                  </a:cubicBezTo>
                  <a:cubicBezTo>
                    <a:pt x="1259" y="2915"/>
                    <a:pt x="1229" y="2915"/>
                    <a:pt x="1198" y="2915"/>
                  </a:cubicBezTo>
                  <a:close/>
                </a:path>
              </a:pathLst>
            </a:cu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81"/>
            <p:cNvSpPr/>
            <p:nvPr/>
          </p:nvSpPr>
          <p:spPr>
            <a:xfrm flipH="1">
              <a:off x="7575020" y="4018425"/>
              <a:ext cx="723900" cy="724800"/>
            </a:xfrm>
            <a:prstGeom prst="ellipse">
              <a:avLst/>
            </a:pr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</p:grpSp>
      <p:sp>
        <p:nvSpPr>
          <p:cNvPr id="273" name="Google Shape;273;p81"/>
          <p:cNvSpPr txBox="1"/>
          <p:nvPr>
            <p:ph type="title"/>
          </p:nvPr>
        </p:nvSpPr>
        <p:spPr>
          <a:xfrm>
            <a:off x="5091437" y="1423050"/>
            <a:ext cx="26304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4" name="Google Shape;274;p81"/>
          <p:cNvSpPr txBox="1"/>
          <p:nvPr>
            <p:ph idx="1" type="subTitle"/>
          </p:nvPr>
        </p:nvSpPr>
        <p:spPr>
          <a:xfrm>
            <a:off x="5091562" y="2571750"/>
            <a:ext cx="26304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82"/>
          <p:cNvGrpSpPr/>
          <p:nvPr/>
        </p:nvGrpSpPr>
        <p:grpSpPr>
          <a:xfrm>
            <a:off x="-274901" y="9"/>
            <a:ext cx="9297353" cy="5786518"/>
            <a:chOff x="-274901" y="9"/>
            <a:chExt cx="9297353" cy="5786518"/>
          </a:xfrm>
        </p:grpSpPr>
        <p:sp>
          <p:nvSpPr>
            <p:cNvPr id="277" name="Google Shape;277;p82"/>
            <p:cNvSpPr/>
            <p:nvPr/>
          </p:nvSpPr>
          <p:spPr>
            <a:xfrm flipH="1">
              <a:off x="364649" y="3986048"/>
              <a:ext cx="1311300" cy="1311300"/>
            </a:xfrm>
            <a:prstGeom prst="ellipse">
              <a:avLst/>
            </a:pr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  <p:sp>
          <p:nvSpPr>
            <p:cNvPr id="278" name="Google Shape;278;p82"/>
            <p:cNvSpPr/>
            <p:nvPr/>
          </p:nvSpPr>
          <p:spPr>
            <a:xfrm flipH="1" rot="-5400000">
              <a:off x="-23878" y="3829148"/>
              <a:ext cx="2088356" cy="1826402"/>
            </a:xfrm>
            <a:custGeom>
              <a:rect b="b" l="l" r="r" t="t"/>
              <a:pathLst>
                <a:path extrusionOk="0" h="5020" w="5740">
                  <a:moveTo>
                    <a:pt x="2491" y="5020"/>
                  </a:moveTo>
                  <a:cubicBezTo>
                    <a:pt x="1722" y="4990"/>
                    <a:pt x="1077" y="4706"/>
                    <a:pt x="624" y="4197"/>
                  </a:cubicBezTo>
                  <a:cubicBezTo>
                    <a:pt x="221" y="3745"/>
                    <a:pt x="0" y="3147"/>
                    <a:pt x="0" y="2510"/>
                  </a:cubicBezTo>
                  <a:cubicBezTo>
                    <a:pt x="0" y="1873"/>
                    <a:pt x="223" y="1275"/>
                    <a:pt x="626" y="823"/>
                  </a:cubicBezTo>
                  <a:cubicBezTo>
                    <a:pt x="1079" y="316"/>
                    <a:pt x="1724" y="30"/>
                    <a:pt x="2493" y="0"/>
                  </a:cubicBezTo>
                  <a:lnTo>
                    <a:pt x="2500" y="0"/>
                  </a:lnTo>
                  <a:lnTo>
                    <a:pt x="5740" y="0"/>
                  </a:lnTo>
                  <a:lnTo>
                    <a:pt x="5740" y="303"/>
                  </a:lnTo>
                  <a:lnTo>
                    <a:pt x="2500" y="303"/>
                  </a:lnTo>
                  <a:cubicBezTo>
                    <a:pt x="1817" y="331"/>
                    <a:pt x="1248" y="580"/>
                    <a:pt x="851" y="1024"/>
                  </a:cubicBezTo>
                  <a:cubicBezTo>
                    <a:pt x="498" y="1421"/>
                    <a:pt x="303" y="1949"/>
                    <a:pt x="303" y="2510"/>
                  </a:cubicBezTo>
                  <a:cubicBezTo>
                    <a:pt x="303" y="3071"/>
                    <a:pt x="498" y="3600"/>
                    <a:pt x="851" y="3996"/>
                  </a:cubicBezTo>
                  <a:cubicBezTo>
                    <a:pt x="1248" y="4440"/>
                    <a:pt x="1820" y="4691"/>
                    <a:pt x="2504" y="4717"/>
                  </a:cubicBezTo>
                  <a:lnTo>
                    <a:pt x="2491" y="5020"/>
                  </a:lnTo>
                  <a:close/>
                </a:path>
              </a:pathLst>
            </a:cu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82"/>
            <p:cNvSpPr/>
            <p:nvPr/>
          </p:nvSpPr>
          <p:spPr>
            <a:xfrm>
              <a:off x="8755002" y="9"/>
              <a:ext cx="267450" cy="2910914"/>
            </a:xfrm>
            <a:custGeom>
              <a:rect b="b" l="l" r="r" t="t"/>
              <a:pathLst>
                <a:path extrusionOk="0" h="3298" w="303">
                  <a:moveTo>
                    <a:pt x="0" y="0"/>
                  </a:moveTo>
                  <a:lnTo>
                    <a:pt x="303" y="0"/>
                  </a:lnTo>
                  <a:lnTo>
                    <a:pt x="303" y="3298"/>
                  </a:lnTo>
                  <a:lnTo>
                    <a:pt x="0" y="3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82"/>
            <p:cNvSpPr/>
            <p:nvPr/>
          </p:nvSpPr>
          <p:spPr>
            <a:xfrm>
              <a:off x="-274901" y="3296919"/>
              <a:ext cx="1265270" cy="1265303"/>
            </a:xfrm>
            <a:custGeom>
              <a:rect b="b" l="l" r="r" t="t"/>
              <a:pathLst>
                <a:path extrusionOk="0" h="4347" w="4347">
                  <a:moveTo>
                    <a:pt x="303" y="4347"/>
                  </a:moveTo>
                  <a:lnTo>
                    <a:pt x="0" y="4347"/>
                  </a:lnTo>
                  <a:cubicBezTo>
                    <a:pt x="0" y="1950"/>
                    <a:pt x="1949" y="0"/>
                    <a:pt x="4347" y="0"/>
                  </a:cubicBezTo>
                  <a:lnTo>
                    <a:pt x="4347" y="304"/>
                  </a:lnTo>
                  <a:cubicBezTo>
                    <a:pt x="2118" y="306"/>
                    <a:pt x="303" y="2119"/>
                    <a:pt x="303" y="4347"/>
                  </a:cubicBezTo>
                  <a:close/>
                </a:path>
              </a:pathLst>
            </a:cu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82"/>
            <p:cNvSpPr/>
            <p:nvPr/>
          </p:nvSpPr>
          <p:spPr>
            <a:xfrm flipH="1">
              <a:off x="250030" y="245588"/>
              <a:ext cx="463200" cy="463800"/>
            </a:xfrm>
            <a:prstGeom prst="ellipse">
              <a:avLst/>
            </a:pr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</p:grpSp>
      <p:sp>
        <p:nvSpPr>
          <p:cNvPr id="282" name="Google Shape;282;p82"/>
          <p:cNvSpPr txBox="1"/>
          <p:nvPr>
            <p:ph type="title"/>
          </p:nvPr>
        </p:nvSpPr>
        <p:spPr>
          <a:xfrm>
            <a:off x="1840413" y="1431425"/>
            <a:ext cx="25347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3" name="Google Shape;283;p82"/>
          <p:cNvSpPr txBox="1"/>
          <p:nvPr>
            <p:ph idx="1" type="subTitle"/>
          </p:nvPr>
        </p:nvSpPr>
        <p:spPr>
          <a:xfrm>
            <a:off x="1840413" y="2571775"/>
            <a:ext cx="25347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0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83"/>
          <p:cNvGrpSpPr/>
          <p:nvPr/>
        </p:nvGrpSpPr>
        <p:grpSpPr>
          <a:xfrm>
            <a:off x="-414427" y="1990900"/>
            <a:ext cx="4390199" cy="4462401"/>
            <a:chOff x="-414427" y="1990900"/>
            <a:chExt cx="4390199" cy="4462401"/>
          </a:xfrm>
        </p:grpSpPr>
        <p:sp>
          <p:nvSpPr>
            <p:cNvPr id="286" name="Google Shape;286;p83"/>
            <p:cNvSpPr/>
            <p:nvPr/>
          </p:nvSpPr>
          <p:spPr>
            <a:xfrm>
              <a:off x="-126274" y="2328834"/>
              <a:ext cx="3784200" cy="3784200"/>
            </a:xfrm>
            <a:prstGeom prst="ellipse">
              <a:avLst/>
            </a:pr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  <p:sp>
          <p:nvSpPr>
            <p:cNvPr id="287" name="Google Shape;287;p83"/>
            <p:cNvSpPr/>
            <p:nvPr/>
          </p:nvSpPr>
          <p:spPr>
            <a:xfrm flipH="1">
              <a:off x="-414427" y="1990900"/>
              <a:ext cx="2205747" cy="4425761"/>
            </a:xfrm>
            <a:custGeom>
              <a:rect b="b" l="l" r="r" t="t"/>
              <a:pathLst>
                <a:path extrusionOk="0" h="6537" w="3258">
                  <a:moveTo>
                    <a:pt x="13" y="6537"/>
                  </a:moveTo>
                  <a:lnTo>
                    <a:pt x="0" y="6233"/>
                  </a:lnTo>
                  <a:cubicBezTo>
                    <a:pt x="918" y="6197"/>
                    <a:pt x="1685" y="5863"/>
                    <a:pt x="2218" y="5265"/>
                  </a:cubicBezTo>
                  <a:cubicBezTo>
                    <a:pt x="2692" y="4732"/>
                    <a:pt x="2954" y="4023"/>
                    <a:pt x="2954" y="3270"/>
                  </a:cubicBezTo>
                  <a:cubicBezTo>
                    <a:pt x="2954" y="2516"/>
                    <a:pt x="2692" y="1808"/>
                    <a:pt x="2218" y="1275"/>
                  </a:cubicBezTo>
                  <a:cubicBezTo>
                    <a:pt x="1685" y="676"/>
                    <a:pt x="918" y="340"/>
                    <a:pt x="0" y="303"/>
                  </a:cubicBezTo>
                  <a:lnTo>
                    <a:pt x="13" y="0"/>
                  </a:lnTo>
                  <a:cubicBezTo>
                    <a:pt x="1016" y="39"/>
                    <a:pt x="1856" y="409"/>
                    <a:pt x="2445" y="1070"/>
                  </a:cubicBezTo>
                  <a:cubicBezTo>
                    <a:pt x="2969" y="1657"/>
                    <a:pt x="3258" y="2439"/>
                    <a:pt x="3258" y="3266"/>
                  </a:cubicBezTo>
                  <a:cubicBezTo>
                    <a:pt x="3258" y="4096"/>
                    <a:pt x="2969" y="4875"/>
                    <a:pt x="2443" y="5462"/>
                  </a:cubicBezTo>
                  <a:cubicBezTo>
                    <a:pt x="1854" y="6127"/>
                    <a:pt x="1014" y="6495"/>
                    <a:pt x="13" y="6537"/>
                  </a:cubicBezTo>
                  <a:close/>
                </a:path>
              </a:pathLst>
            </a:cu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83"/>
            <p:cNvSpPr/>
            <p:nvPr/>
          </p:nvSpPr>
          <p:spPr>
            <a:xfrm flipH="1" rot="5400000">
              <a:off x="1852829" y="4330358"/>
              <a:ext cx="2122974" cy="2122912"/>
            </a:xfrm>
            <a:custGeom>
              <a:rect b="b" l="l" r="r" t="t"/>
              <a:pathLst>
                <a:path extrusionOk="0" h="4150" w="4150">
                  <a:moveTo>
                    <a:pt x="0" y="4150"/>
                  </a:moveTo>
                  <a:cubicBezTo>
                    <a:pt x="0" y="3041"/>
                    <a:pt x="431" y="1999"/>
                    <a:pt x="1215" y="1215"/>
                  </a:cubicBezTo>
                  <a:cubicBezTo>
                    <a:pt x="1999" y="431"/>
                    <a:pt x="3041" y="0"/>
                    <a:pt x="4150" y="0"/>
                  </a:cubicBezTo>
                  <a:lnTo>
                    <a:pt x="4150" y="303"/>
                  </a:lnTo>
                  <a:cubicBezTo>
                    <a:pt x="3121" y="303"/>
                    <a:pt x="2156" y="703"/>
                    <a:pt x="1430" y="1429"/>
                  </a:cubicBezTo>
                  <a:cubicBezTo>
                    <a:pt x="705" y="2155"/>
                    <a:pt x="303" y="3123"/>
                    <a:pt x="303" y="4150"/>
                  </a:cubicBezTo>
                  <a:lnTo>
                    <a:pt x="0" y="4150"/>
                  </a:lnTo>
                  <a:close/>
                </a:path>
              </a:pathLst>
            </a:cu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" name="Google Shape;289;p83"/>
          <p:cNvGrpSpPr/>
          <p:nvPr/>
        </p:nvGrpSpPr>
        <p:grpSpPr>
          <a:xfrm>
            <a:off x="169627" y="-45173"/>
            <a:ext cx="8674773" cy="5057173"/>
            <a:chOff x="169627" y="-45173"/>
            <a:chExt cx="8674773" cy="5057173"/>
          </a:xfrm>
        </p:grpSpPr>
        <p:sp>
          <p:nvSpPr>
            <p:cNvPr id="290" name="Google Shape;290;p83"/>
            <p:cNvSpPr/>
            <p:nvPr/>
          </p:nvSpPr>
          <p:spPr>
            <a:xfrm flipH="1">
              <a:off x="7231510" y="3369133"/>
              <a:ext cx="1210800" cy="1210800"/>
            </a:xfrm>
            <a:prstGeom prst="ellipse">
              <a:avLst/>
            </a:pr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1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291" name="Google Shape;291;p83"/>
            <p:cNvSpPr/>
            <p:nvPr/>
          </p:nvSpPr>
          <p:spPr>
            <a:xfrm flipH="1" rot="-4768413">
              <a:off x="7188661" y="3356208"/>
              <a:ext cx="1528703" cy="1529234"/>
            </a:xfrm>
            <a:custGeom>
              <a:rect b="b" l="l" r="r" t="t"/>
              <a:pathLst>
                <a:path extrusionOk="0" h="2915" w="2914">
                  <a:moveTo>
                    <a:pt x="1198" y="2915"/>
                  </a:moveTo>
                  <a:cubicBezTo>
                    <a:pt x="769" y="2915"/>
                    <a:pt x="358" y="2742"/>
                    <a:pt x="0" y="2413"/>
                  </a:cubicBezTo>
                  <a:lnTo>
                    <a:pt x="206" y="2190"/>
                  </a:lnTo>
                  <a:cubicBezTo>
                    <a:pt x="527" y="2486"/>
                    <a:pt x="895" y="2632"/>
                    <a:pt x="1272" y="2610"/>
                  </a:cubicBezTo>
                  <a:cubicBezTo>
                    <a:pt x="1608" y="2590"/>
                    <a:pt x="1933" y="2441"/>
                    <a:pt x="2186" y="2188"/>
                  </a:cubicBezTo>
                  <a:cubicBezTo>
                    <a:pt x="2439" y="1934"/>
                    <a:pt x="2589" y="1611"/>
                    <a:pt x="2608" y="1273"/>
                  </a:cubicBezTo>
                  <a:cubicBezTo>
                    <a:pt x="2630" y="897"/>
                    <a:pt x="2485" y="526"/>
                    <a:pt x="2188" y="206"/>
                  </a:cubicBezTo>
                  <a:lnTo>
                    <a:pt x="2411" y="0"/>
                  </a:lnTo>
                  <a:cubicBezTo>
                    <a:pt x="2764" y="383"/>
                    <a:pt x="2938" y="829"/>
                    <a:pt x="2912" y="1291"/>
                  </a:cubicBezTo>
                  <a:cubicBezTo>
                    <a:pt x="2888" y="1702"/>
                    <a:pt x="2708" y="2097"/>
                    <a:pt x="2403" y="2402"/>
                  </a:cubicBezTo>
                  <a:cubicBezTo>
                    <a:pt x="2095" y="2710"/>
                    <a:pt x="1701" y="2889"/>
                    <a:pt x="1289" y="2913"/>
                  </a:cubicBezTo>
                  <a:cubicBezTo>
                    <a:pt x="1259" y="2915"/>
                    <a:pt x="1229" y="2915"/>
                    <a:pt x="1198" y="2915"/>
                  </a:cubicBez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83"/>
            <p:cNvSpPr/>
            <p:nvPr/>
          </p:nvSpPr>
          <p:spPr>
            <a:xfrm>
              <a:off x="409300" y="1259800"/>
              <a:ext cx="282900" cy="282900"/>
            </a:xfrm>
            <a:prstGeom prst="ellipse">
              <a:avLst/>
            </a:pr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  <p:sp>
          <p:nvSpPr>
            <p:cNvPr id="293" name="Google Shape;293;p83"/>
            <p:cNvSpPr/>
            <p:nvPr/>
          </p:nvSpPr>
          <p:spPr>
            <a:xfrm flipH="1" rot="10800000">
              <a:off x="169627" y="-45173"/>
              <a:ext cx="762252" cy="1844548"/>
            </a:xfrm>
            <a:custGeom>
              <a:rect b="b" l="l" r="r" t="t"/>
              <a:pathLst>
                <a:path extrusionOk="0" h="3654" w="1510">
                  <a:moveTo>
                    <a:pt x="310" y="3654"/>
                  </a:moveTo>
                  <a:lnTo>
                    <a:pt x="7" y="3654"/>
                  </a:lnTo>
                  <a:cubicBezTo>
                    <a:pt x="7" y="3628"/>
                    <a:pt x="7" y="1495"/>
                    <a:pt x="7" y="902"/>
                  </a:cubicBezTo>
                  <a:lnTo>
                    <a:pt x="0" y="902"/>
                  </a:lnTo>
                  <a:lnTo>
                    <a:pt x="7" y="743"/>
                  </a:lnTo>
                  <a:cubicBezTo>
                    <a:pt x="15" y="516"/>
                    <a:pt x="102" y="325"/>
                    <a:pt x="254" y="189"/>
                  </a:cubicBezTo>
                  <a:cubicBezTo>
                    <a:pt x="390" y="68"/>
                    <a:pt x="568" y="0"/>
                    <a:pt x="758" y="0"/>
                  </a:cubicBezTo>
                  <a:lnTo>
                    <a:pt x="758" y="0"/>
                  </a:lnTo>
                  <a:cubicBezTo>
                    <a:pt x="949" y="0"/>
                    <a:pt x="1127" y="68"/>
                    <a:pt x="1263" y="189"/>
                  </a:cubicBezTo>
                  <a:cubicBezTo>
                    <a:pt x="1415" y="325"/>
                    <a:pt x="1501" y="516"/>
                    <a:pt x="1510" y="743"/>
                  </a:cubicBezTo>
                  <a:lnTo>
                    <a:pt x="1510" y="750"/>
                  </a:lnTo>
                  <a:lnTo>
                    <a:pt x="1510" y="1644"/>
                  </a:lnTo>
                  <a:lnTo>
                    <a:pt x="1207" y="1644"/>
                  </a:lnTo>
                  <a:lnTo>
                    <a:pt x="1207" y="754"/>
                  </a:lnTo>
                  <a:cubicBezTo>
                    <a:pt x="1194" y="444"/>
                    <a:pt x="973" y="306"/>
                    <a:pt x="758" y="306"/>
                  </a:cubicBezTo>
                  <a:cubicBezTo>
                    <a:pt x="544" y="306"/>
                    <a:pt x="323" y="444"/>
                    <a:pt x="310" y="754"/>
                  </a:cubicBezTo>
                  <a:cubicBezTo>
                    <a:pt x="310" y="756"/>
                    <a:pt x="310" y="756"/>
                    <a:pt x="310" y="759"/>
                  </a:cubicBezTo>
                  <a:lnTo>
                    <a:pt x="310" y="3654"/>
                  </a:lnTo>
                  <a:close/>
                </a:path>
              </a:pathLst>
            </a:cu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" name="Google Shape;294;p83"/>
          <p:cNvSpPr txBox="1"/>
          <p:nvPr>
            <p:ph type="title"/>
          </p:nvPr>
        </p:nvSpPr>
        <p:spPr>
          <a:xfrm>
            <a:off x="2708250" y="539500"/>
            <a:ext cx="3836700" cy="151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5" name="Google Shape;295;p83"/>
          <p:cNvSpPr txBox="1"/>
          <p:nvPr>
            <p:ph idx="2" type="title"/>
          </p:nvPr>
        </p:nvSpPr>
        <p:spPr>
          <a:xfrm>
            <a:off x="6849672" y="644625"/>
            <a:ext cx="1580100" cy="1908600"/>
          </a:xfrm>
          <a:prstGeom prst="rect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83"/>
          <p:cNvSpPr txBox="1"/>
          <p:nvPr>
            <p:ph idx="1" type="subTitle"/>
          </p:nvPr>
        </p:nvSpPr>
        <p:spPr>
          <a:xfrm>
            <a:off x="3647200" y="1970200"/>
            <a:ext cx="28977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83"/>
          <p:cNvSpPr/>
          <p:nvPr>
            <p:ph idx="3" type="pic"/>
          </p:nvPr>
        </p:nvSpPr>
        <p:spPr>
          <a:xfrm>
            <a:off x="98130" y="2553223"/>
            <a:ext cx="3335400" cy="33354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84"/>
          <p:cNvGrpSpPr/>
          <p:nvPr/>
        </p:nvGrpSpPr>
        <p:grpSpPr>
          <a:xfrm>
            <a:off x="-5706" y="2"/>
            <a:ext cx="9660135" cy="5061526"/>
            <a:chOff x="-5706" y="2"/>
            <a:chExt cx="9660135" cy="5061526"/>
          </a:xfrm>
        </p:grpSpPr>
        <p:sp>
          <p:nvSpPr>
            <p:cNvPr id="300" name="Google Shape;300;p84"/>
            <p:cNvSpPr/>
            <p:nvPr/>
          </p:nvSpPr>
          <p:spPr>
            <a:xfrm>
              <a:off x="-5703" y="4880003"/>
              <a:ext cx="2392726" cy="181525"/>
            </a:xfrm>
            <a:custGeom>
              <a:rect b="b" l="l" r="r" t="t"/>
              <a:pathLst>
                <a:path extrusionOk="0" h="303" w="3994">
                  <a:moveTo>
                    <a:pt x="0" y="0"/>
                  </a:moveTo>
                  <a:lnTo>
                    <a:pt x="3994" y="0"/>
                  </a:lnTo>
                  <a:lnTo>
                    <a:pt x="3994" y="303"/>
                  </a:lnTo>
                  <a:lnTo>
                    <a:pt x="0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84"/>
            <p:cNvSpPr/>
            <p:nvPr/>
          </p:nvSpPr>
          <p:spPr>
            <a:xfrm>
              <a:off x="-5706" y="4603994"/>
              <a:ext cx="1205726" cy="181525"/>
            </a:xfrm>
            <a:custGeom>
              <a:rect b="b" l="l" r="r" t="t"/>
              <a:pathLst>
                <a:path extrusionOk="0" h="302" w="2006">
                  <a:moveTo>
                    <a:pt x="0" y="0"/>
                  </a:moveTo>
                  <a:lnTo>
                    <a:pt x="2006" y="0"/>
                  </a:lnTo>
                  <a:lnTo>
                    <a:pt x="2006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84"/>
            <p:cNvSpPr/>
            <p:nvPr/>
          </p:nvSpPr>
          <p:spPr>
            <a:xfrm rot="5400000">
              <a:off x="8115712" y="342488"/>
              <a:ext cx="1370772" cy="685800"/>
            </a:xfrm>
            <a:custGeom>
              <a:rect b="b" l="l" r="r" t="t"/>
              <a:pathLst>
                <a:path extrusionOk="0" h="1597" w="3192">
                  <a:moveTo>
                    <a:pt x="1594" y="1597"/>
                  </a:moveTo>
                  <a:lnTo>
                    <a:pt x="1594" y="1597"/>
                  </a:lnTo>
                  <a:cubicBezTo>
                    <a:pt x="1189" y="1597"/>
                    <a:pt x="810" y="1456"/>
                    <a:pt x="522" y="1198"/>
                  </a:cubicBezTo>
                  <a:cubicBezTo>
                    <a:pt x="199" y="910"/>
                    <a:pt x="17" y="501"/>
                    <a:pt x="0" y="13"/>
                  </a:cubicBezTo>
                  <a:lnTo>
                    <a:pt x="303" y="0"/>
                  </a:lnTo>
                  <a:cubicBezTo>
                    <a:pt x="318" y="403"/>
                    <a:pt x="465" y="739"/>
                    <a:pt x="725" y="971"/>
                  </a:cubicBezTo>
                  <a:cubicBezTo>
                    <a:pt x="957" y="1177"/>
                    <a:pt x="1267" y="1291"/>
                    <a:pt x="1596" y="1291"/>
                  </a:cubicBezTo>
                  <a:lnTo>
                    <a:pt x="1596" y="1291"/>
                  </a:lnTo>
                  <a:cubicBezTo>
                    <a:pt x="1925" y="1291"/>
                    <a:pt x="2235" y="1177"/>
                    <a:pt x="2467" y="971"/>
                  </a:cubicBezTo>
                  <a:cubicBezTo>
                    <a:pt x="2727" y="739"/>
                    <a:pt x="2872" y="403"/>
                    <a:pt x="2889" y="0"/>
                  </a:cubicBezTo>
                  <a:lnTo>
                    <a:pt x="3192" y="13"/>
                  </a:lnTo>
                  <a:cubicBezTo>
                    <a:pt x="3173" y="501"/>
                    <a:pt x="2993" y="910"/>
                    <a:pt x="2668" y="1198"/>
                  </a:cubicBezTo>
                  <a:cubicBezTo>
                    <a:pt x="2378" y="1456"/>
                    <a:pt x="1997" y="1597"/>
                    <a:pt x="1594" y="1597"/>
                  </a:cubicBezTo>
                  <a:close/>
                </a:path>
              </a:pathLst>
            </a:cu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84"/>
            <p:cNvSpPr/>
            <p:nvPr/>
          </p:nvSpPr>
          <p:spPr>
            <a:xfrm>
              <a:off x="8658729" y="187375"/>
              <a:ext cx="995700" cy="996000"/>
            </a:xfrm>
            <a:prstGeom prst="ellipse">
              <a:avLst/>
            </a:pr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</p:grpSp>
      <p:sp>
        <p:nvSpPr>
          <p:cNvPr id="304" name="Google Shape;304;p84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85"/>
          <p:cNvGrpSpPr/>
          <p:nvPr/>
        </p:nvGrpSpPr>
        <p:grpSpPr>
          <a:xfrm>
            <a:off x="182502" y="-44522"/>
            <a:ext cx="10204148" cy="5492820"/>
            <a:chOff x="182502" y="-44522"/>
            <a:chExt cx="10204148" cy="5492820"/>
          </a:xfrm>
        </p:grpSpPr>
        <p:sp>
          <p:nvSpPr>
            <p:cNvPr id="307" name="Google Shape;307;p85"/>
            <p:cNvSpPr/>
            <p:nvPr/>
          </p:nvSpPr>
          <p:spPr>
            <a:xfrm>
              <a:off x="182502" y="2537384"/>
              <a:ext cx="267450" cy="2910914"/>
            </a:xfrm>
            <a:custGeom>
              <a:rect b="b" l="l" r="r" t="t"/>
              <a:pathLst>
                <a:path extrusionOk="0" h="3298" w="303">
                  <a:moveTo>
                    <a:pt x="0" y="0"/>
                  </a:moveTo>
                  <a:lnTo>
                    <a:pt x="303" y="0"/>
                  </a:lnTo>
                  <a:lnTo>
                    <a:pt x="303" y="3298"/>
                  </a:lnTo>
                  <a:lnTo>
                    <a:pt x="0" y="3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85"/>
            <p:cNvSpPr/>
            <p:nvPr/>
          </p:nvSpPr>
          <p:spPr>
            <a:xfrm flipH="1">
              <a:off x="8497427" y="-44522"/>
              <a:ext cx="1095152" cy="2197380"/>
            </a:xfrm>
            <a:custGeom>
              <a:rect b="b" l="l" r="r" t="t"/>
              <a:pathLst>
                <a:path extrusionOk="0" h="6537" w="3258">
                  <a:moveTo>
                    <a:pt x="13" y="6537"/>
                  </a:moveTo>
                  <a:lnTo>
                    <a:pt x="0" y="6233"/>
                  </a:lnTo>
                  <a:cubicBezTo>
                    <a:pt x="918" y="6197"/>
                    <a:pt x="1685" y="5863"/>
                    <a:pt x="2218" y="5265"/>
                  </a:cubicBezTo>
                  <a:cubicBezTo>
                    <a:pt x="2692" y="4732"/>
                    <a:pt x="2954" y="4023"/>
                    <a:pt x="2954" y="3270"/>
                  </a:cubicBezTo>
                  <a:cubicBezTo>
                    <a:pt x="2954" y="2516"/>
                    <a:pt x="2692" y="1808"/>
                    <a:pt x="2218" y="1275"/>
                  </a:cubicBezTo>
                  <a:cubicBezTo>
                    <a:pt x="1685" y="676"/>
                    <a:pt x="918" y="340"/>
                    <a:pt x="0" y="303"/>
                  </a:cubicBezTo>
                  <a:lnTo>
                    <a:pt x="13" y="0"/>
                  </a:lnTo>
                  <a:cubicBezTo>
                    <a:pt x="1016" y="39"/>
                    <a:pt x="1856" y="409"/>
                    <a:pt x="2445" y="1070"/>
                  </a:cubicBezTo>
                  <a:cubicBezTo>
                    <a:pt x="2969" y="1657"/>
                    <a:pt x="3258" y="2439"/>
                    <a:pt x="3258" y="3266"/>
                  </a:cubicBezTo>
                  <a:cubicBezTo>
                    <a:pt x="3258" y="4096"/>
                    <a:pt x="2969" y="4875"/>
                    <a:pt x="2443" y="5462"/>
                  </a:cubicBezTo>
                  <a:cubicBezTo>
                    <a:pt x="1854" y="6127"/>
                    <a:pt x="1014" y="6495"/>
                    <a:pt x="13" y="6537"/>
                  </a:cubicBez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85"/>
            <p:cNvSpPr/>
            <p:nvPr/>
          </p:nvSpPr>
          <p:spPr>
            <a:xfrm>
              <a:off x="8778650" y="250161"/>
              <a:ext cx="1608000" cy="1608000"/>
            </a:xfrm>
            <a:prstGeom prst="ellipse">
              <a:avLst/>
            </a:prstGeom>
            <a:solidFill>
              <a:srgbClr val="ADBFFC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310" name="Google Shape;310;p85"/>
            <p:cNvSpPr/>
            <p:nvPr/>
          </p:nvSpPr>
          <p:spPr>
            <a:xfrm>
              <a:off x="7945125" y="97608"/>
              <a:ext cx="441900" cy="441900"/>
            </a:xfrm>
            <a:prstGeom prst="ellipse">
              <a:avLst/>
            </a:pr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</p:grpSp>
      <p:sp>
        <p:nvSpPr>
          <p:cNvPr id="311" name="Google Shape;311;p85"/>
          <p:cNvSpPr txBox="1"/>
          <p:nvPr>
            <p:ph idx="1" type="subTitle"/>
          </p:nvPr>
        </p:nvSpPr>
        <p:spPr>
          <a:xfrm>
            <a:off x="5055279" y="3913550"/>
            <a:ext cx="2505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2" name="Google Shape;312;p85"/>
          <p:cNvSpPr txBox="1"/>
          <p:nvPr>
            <p:ph idx="2" type="subTitle"/>
          </p:nvPr>
        </p:nvSpPr>
        <p:spPr>
          <a:xfrm>
            <a:off x="1583300" y="3913550"/>
            <a:ext cx="2505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3" name="Google Shape;313;p85"/>
          <p:cNvSpPr txBox="1"/>
          <p:nvPr>
            <p:ph idx="3" type="subTitle"/>
          </p:nvPr>
        </p:nvSpPr>
        <p:spPr>
          <a:xfrm>
            <a:off x="5055275" y="3446889"/>
            <a:ext cx="25056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4" name="Google Shape;314;p85"/>
          <p:cNvSpPr txBox="1"/>
          <p:nvPr>
            <p:ph idx="4" type="subTitle"/>
          </p:nvPr>
        </p:nvSpPr>
        <p:spPr>
          <a:xfrm>
            <a:off x="1583075" y="3446889"/>
            <a:ext cx="25056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5" name="Google Shape;315;p85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86"/>
          <p:cNvGrpSpPr/>
          <p:nvPr/>
        </p:nvGrpSpPr>
        <p:grpSpPr>
          <a:xfrm>
            <a:off x="-533319" y="148182"/>
            <a:ext cx="2975102" cy="1125318"/>
            <a:chOff x="-533319" y="148182"/>
            <a:chExt cx="2975102" cy="1125318"/>
          </a:xfrm>
        </p:grpSpPr>
        <p:sp>
          <p:nvSpPr>
            <p:cNvPr id="318" name="Google Shape;318;p86"/>
            <p:cNvSpPr/>
            <p:nvPr/>
          </p:nvSpPr>
          <p:spPr>
            <a:xfrm>
              <a:off x="-16714" y="148182"/>
              <a:ext cx="2458497" cy="186500"/>
            </a:xfrm>
            <a:custGeom>
              <a:rect b="b" l="l" r="r" t="t"/>
              <a:pathLst>
                <a:path extrusionOk="0" h="303" w="3994">
                  <a:moveTo>
                    <a:pt x="0" y="0"/>
                  </a:moveTo>
                  <a:lnTo>
                    <a:pt x="3994" y="0"/>
                  </a:lnTo>
                  <a:lnTo>
                    <a:pt x="3994" y="303"/>
                  </a:lnTo>
                  <a:lnTo>
                    <a:pt x="0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86"/>
            <p:cNvSpPr/>
            <p:nvPr/>
          </p:nvSpPr>
          <p:spPr>
            <a:xfrm>
              <a:off x="150725" y="885900"/>
              <a:ext cx="387600" cy="387600"/>
            </a:xfrm>
            <a:prstGeom prst="ellipse">
              <a:avLst/>
            </a:pr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320" name="Google Shape;320;p86"/>
            <p:cNvSpPr/>
            <p:nvPr/>
          </p:nvSpPr>
          <p:spPr>
            <a:xfrm>
              <a:off x="-533319" y="485152"/>
              <a:ext cx="1238775" cy="186500"/>
            </a:xfrm>
            <a:custGeom>
              <a:rect b="b" l="l" r="r" t="t"/>
              <a:pathLst>
                <a:path extrusionOk="0" h="302" w="2006">
                  <a:moveTo>
                    <a:pt x="0" y="0"/>
                  </a:moveTo>
                  <a:lnTo>
                    <a:pt x="2006" y="0"/>
                  </a:lnTo>
                  <a:lnTo>
                    <a:pt x="2006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1" name="Google Shape;321;p86"/>
          <p:cNvGrpSpPr/>
          <p:nvPr/>
        </p:nvGrpSpPr>
        <p:grpSpPr>
          <a:xfrm>
            <a:off x="5481025" y="-235437"/>
            <a:ext cx="4066931" cy="5941390"/>
            <a:chOff x="5481025" y="-235437"/>
            <a:chExt cx="4066931" cy="5941390"/>
          </a:xfrm>
        </p:grpSpPr>
        <p:sp>
          <p:nvSpPr>
            <p:cNvPr id="322" name="Google Shape;322;p86"/>
            <p:cNvSpPr/>
            <p:nvPr/>
          </p:nvSpPr>
          <p:spPr>
            <a:xfrm>
              <a:off x="5481025" y="659250"/>
              <a:ext cx="3825000" cy="3825000"/>
            </a:xfrm>
            <a:prstGeom prst="ellipse">
              <a:avLst/>
            </a:pr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323" name="Google Shape;323;p86"/>
            <p:cNvSpPr/>
            <p:nvPr/>
          </p:nvSpPr>
          <p:spPr>
            <a:xfrm rot="4305079">
              <a:off x="7003926" y="60070"/>
              <a:ext cx="2248517" cy="2248524"/>
            </a:xfrm>
            <a:custGeom>
              <a:rect b="b" l="l" r="r" t="t"/>
              <a:pathLst>
                <a:path extrusionOk="0" h="4347" w="4347">
                  <a:moveTo>
                    <a:pt x="303" y="4347"/>
                  </a:moveTo>
                  <a:lnTo>
                    <a:pt x="0" y="4347"/>
                  </a:lnTo>
                  <a:cubicBezTo>
                    <a:pt x="0" y="1950"/>
                    <a:pt x="1949" y="0"/>
                    <a:pt x="4347" y="0"/>
                  </a:cubicBezTo>
                  <a:lnTo>
                    <a:pt x="4347" y="304"/>
                  </a:lnTo>
                  <a:cubicBezTo>
                    <a:pt x="2118" y="306"/>
                    <a:pt x="303" y="2119"/>
                    <a:pt x="303" y="4347"/>
                  </a:cubicBezTo>
                  <a:close/>
                </a:path>
              </a:pathLst>
            </a:cu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86"/>
            <p:cNvSpPr/>
            <p:nvPr/>
          </p:nvSpPr>
          <p:spPr>
            <a:xfrm flipH="1" rot="7361432">
              <a:off x="6585381" y="2952133"/>
              <a:ext cx="2312481" cy="2312481"/>
            </a:xfrm>
            <a:custGeom>
              <a:rect b="b" l="l" r="r" t="t"/>
              <a:pathLst>
                <a:path extrusionOk="0" h="4150" w="4150">
                  <a:moveTo>
                    <a:pt x="0" y="4150"/>
                  </a:moveTo>
                  <a:cubicBezTo>
                    <a:pt x="0" y="3041"/>
                    <a:pt x="431" y="1999"/>
                    <a:pt x="1215" y="1215"/>
                  </a:cubicBezTo>
                  <a:cubicBezTo>
                    <a:pt x="1999" y="431"/>
                    <a:pt x="3041" y="0"/>
                    <a:pt x="4150" y="0"/>
                  </a:cubicBezTo>
                  <a:lnTo>
                    <a:pt x="4150" y="303"/>
                  </a:lnTo>
                  <a:cubicBezTo>
                    <a:pt x="3121" y="303"/>
                    <a:pt x="2156" y="703"/>
                    <a:pt x="1430" y="1429"/>
                  </a:cubicBezTo>
                  <a:cubicBezTo>
                    <a:pt x="705" y="2155"/>
                    <a:pt x="303" y="3123"/>
                    <a:pt x="303" y="4150"/>
                  </a:cubicBezTo>
                  <a:lnTo>
                    <a:pt x="0" y="4150"/>
                  </a:lnTo>
                  <a:close/>
                </a:path>
              </a:pathLst>
            </a:cu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5" name="Google Shape;325;p86"/>
          <p:cNvSpPr txBox="1"/>
          <p:nvPr>
            <p:ph type="title"/>
          </p:nvPr>
        </p:nvSpPr>
        <p:spPr>
          <a:xfrm>
            <a:off x="720363" y="539500"/>
            <a:ext cx="4747200" cy="12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7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6" name="Google Shape;326;p86"/>
          <p:cNvSpPr txBox="1"/>
          <p:nvPr>
            <p:ph idx="1" type="subTitle"/>
          </p:nvPr>
        </p:nvSpPr>
        <p:spPr>
          <a:xfrm>
            <a:off x="720363" y="1749374"/>
            <a:ext cx="4747200" cy="12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86"/>
          <p:cNvSpPr txBox="1"/>
          <p:nvPr/>
        </p:nvSpPr>
        <p:spPr>
          <a:xfrm>
            <a:off x="720363" y="3611950"/>
            <a:ext cx="4747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This presentation template was created by </a:t>
            </a:r>
            <a:r>
              <a:rPr b="1" i="0" lang="en" sz="1200" u="sng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and includes icons by </a:t>
            </a:r>
            <a:r>
              <a:rPr b="1" i="0" lang="en" sz="1200" u="sng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200" u="sng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328" name="Google Shape;328;p86"/>
          <p:cNvSpPr/>
          <p:nvPr>
            <p:ph idx="2" type="pic"/>
          </p:nvPr>
        </p:nvSpPr>
        <p:spPr>
          <a:xfrm>
            <a:off x="5764225" y="942450"/>
            <a:ext cx="3258600" cy="325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3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91"/>
          <p:cNvGrpSpPr/>
          <p:nvPr/>
        </p:nvGrpSpPr>
        <p:grpSpPr>
          <a:xfrm rot="10800000">
            <a:off x="-1189098" y="-44522"/>
            <a:ext cx="10204148" cy="5492820"/>
            <a:chOff x="182502" y="-44522"/>
            <a:chExt cx="10204148" cy="5492820"/>
          </a:xfrm>
        </p:grpSpPr>
        <p:sp>
          <p:nvSpPr>
            <p:cNvPr id="332" name="Google Shape;332;p91"/>
            <p:cNvSpPr/>
            <p:nvPr/>
          </p:nvSpPr>
          <p:spPr>
            <a:xfrm>
              <a:off x="182502" y="2537384"/>
              <a:ext cx="267450" cy="2910914"/>
            </a:xfrm>
            <a:custGeom>
              <a:rect b="b" l="l" r="r" t="t"/>
              <a:pathLst>
                <a:path extrusionOk="0" h="3298" w="303">
                  <a:moveTo>
                    <a:pt x="0" y="0"/>
                  </a:moveTo>
                  <a:lnTo>
                    <a:pt x="303" y="0"/>
                  </a:lnTo>
                  <a:lnTo>
                    <a:pt x="303" y="3298"/>
                  </a:lnTo>
                  <a:lnTo>
                    <a:pt x="0" y="3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4A8B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91"/>
            <p:cNvSpPr/>
            <p:nvPr/>
          </p:nvSpPr>
          <p:spPr>
            <a:xfrm flipH="1">
              <a:off x="8497427" y="-44522"/>
              <a:ext cx="1095152" cy="2197380"/>
            </a:xfrm>
            <a:custGeom>
              <a:rect b="b" l="l" r="r" t="t"/>
              <a:pathLst>
                <a:path extrusionOk="0" h="6537" w="3258">
                  <a:moveTo>
                    <a:pt x="13" y="6537"/>
                  </a:moveTo>
                  <a:lnTo>
                    <a:pt x="0" y="6233"/>
                  </a:lnTo>
                  <a:cubicBezTo>
                    <a:pt x="918" y="6197"/>
                    <a:pt x="1685" y="5863"/>
                    <a:pt x="2218" y="5265"/>
                  </a:cubicBezTo>
                  <a:cubicBezTo>
                    <a:pt x="2692" y="4732"/>
                    <a:pt x="2954" y="4023"/>
                    <a:pt x="2954" y="3270"/>
                  </a:cubicBezTo>
                  <a:cubicBezTo>
                    <a:pt x="2954" y="2516"/>
                    <a:pt x="2692" y="1808"/>
                    <a:pt x="2218" y="1275"/>
                  </a:cubicBezTo>
                  <a:cubicBezTo>
                    <a:pt x="1685" y="676"/>
                    <a:pt x="918" y="340"/>
                    <a:pt x="0" y="303"/>
                  </a:cubicBezTo>
                  <a:lnTo>
                    <a:pt x="13" y="0"/>
                  </a:lnTo>
                  <a:cubicBezTo>
                    <a:pt x="1016" y="39"/>
                    <a:pt x="1856" y="409"/>
                    <a:pt x="2445" y="1070"/>
                  </a:cubicBezTo>
                  <a:cubicBezTo>
                    <a:pt x="2969" y="1657"/>
                    <a:pt x="3258" y="2439"/>
                    <a:pt x="3258" y="3266"/>
                  </a:cubicBezTo>
                  <a:cubicBezTo>
                    <a:pt x="3258" y="4096"/>
                    <a:pt x="2969" y="4875"/>
                    <a:pt x="2443" y="5462"/>
                  </a:cubicBezTo>
                  <a:cubicBezTo>
                    <a:pt x="1854" y="6127"/>
                    <a:pt x="1014" y="6495"/>
                    <a:pt x="13" y="6537"/>
                  </a:cubicBezTo>
                  <a:close/>
                </a:path>
              </a:pathLst>
            </a:cu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91"/>
            <p:cNvSpPr/>
            <p:nvPr/>
          </p:nvSpPr>
          <p:spPr>
            <a:xfrm>
              <a:off x="8778650" y="250161"/>
              <a:ext cx="1608000" cy="1608000"/>
            </a:xfrm>
            <a:prstGeom prst="ellipse">
              <a:avLst/>
            </a:pr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335" name="Google Shape;335;p91"/>
            <p:cNvSpPr/>
            <p:nvPr/>
          </p:nvSpPr>
          <p:spPr>
            <a:xfrm>
              <a:off x="7945125" y="97608"/>
              <a:ext cx="441900" cy="441900"/>
            </a:xfrm>
            <a:prstGeom prst="ellipse">
              <a:avLst/>
            </a:pr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92"/>
          <p:cNvGrpSpPr/>
          <p:nvPr/>
        </p:nvGrpSpPr>
        <p:grpSpPr>
          <a:xfrm rot="10800000">
            <a:off x="7935586" y="0"/>
            <a:ext cx="1328952" cy="1329400"/>
            <a:chOff x="-177022" y="4023273"/>
            <a:chExt cx="1328952" cy="1329400"/>
          </a:xfrm>
        </p:grpSpPr>
        <p:sp>
          <p:nvSpPr>
            <p:cNvPr id="338" name="Google Shape;338;p92"/>
            <p:cNvSpPr/>
            <p:nvPr/>
          </p:nvSpPr>
          <p:spPr>
            <a:xfrm flipH="1" rot="10800000">
              <a:off x="-177022" y="4023273"/>
              <a:ext cx="1328952" cy="1329400"/>
            </a:xfrm>
            <a:custGeom>
              <a:rect b="b" l="l" r="r" t="t"/>
              <a:pathLst>
                <a:path extrusionOk="0" h="2915" w="2914">
                  <a:moveTo>
                    <a:pt x="1198" y="2915"/>
                  </a:moveTo>
                  <a:cubicBezTo>
                    <a:pt x="769" y="2915"/>
                    <a:pt x="358" y="2742"/>
                    <a:pt x="0" y="2413"/>
                  </a:cubicBezTo>
                  <a:lnTo>
                    <a:pt x="206" y="2190"/>
                  </a:lnTo>
                  <a:cubicBezTo>
                    <a:pt x="527" y="2486"/>
                    <a:pt x="895" y="2632"/>
                    <a:pt x="1272" y="2610"/>
                  </a:cubicBezTo>
                  <a:cubicBezTo>
                    <a:pt x="1608" y="2590"/>
                    <a:pt x="1933" y="2441"/>
                    <a:pt x="2186" y="2188"/>
                  </a:cubicBezTo>
                  <a:cubicBezTo>
                    <a:pt x="2439" y="1934"/>
                    <a:pt x="2589" y="1611"/>
                    <a:pt x="2608" y="1273"/>
                  </a:cubicBezTo>
                  <a:cubicBezTo>
                    <a:pt x="2630" y="897"/>
                    <a:pt x="2485" y="526"/>
                    <a:pt x="2188" y="206"/>
                  </a:cubicBezTo>
                  <a:lnTo>
                    <a:pt x="2411" y="0"/>
                  </a:lnTo>
                  <a:cubicBezTo>
                    <a:pt x="2764" y="383"/>
                    <a:pt x="2938" y="829"/>
                    <a:pt x="2912" y="1291"/>
                  </a:cubicBezTo>
                  <a:cubicBezTo>
                    <a:pt x="2888" y="1702"/>
                    <a:pt x="2708" y="2097"/>
                    <a:pt x="2403" y="2402"/>
                  </a:cubicBezTo>
                  <a:cubicBezTo>
                    <a:pt x="2095" y="2710"/>
                    <a:pt x="1701" y="2889"/>
                    <a:pt x="1289" y="2913"/>
                  </a:cubicBezTo>
                  <a:cubicBezTo>
                    <a:pt x="1259" y="2915"/>
                    <a:pt x="1229" y="2915"/>
                    <a:pt x="1198" y="2915"/>
                  </a:cubicBezTo>
                  <a:close/>
                </a:path>
              </a:pathLst>
            </a:custGeom>
            <a:solidFill>
              <a:srgbClr val="748AD1">
                <a:alpha val="50196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92"/>
            <p:cNvSpPr/>
            <p:nvPr/>
          </p:nvSpPr>
          <p:spPr>
            <a:xfrm>
              <a:off x="-175034" y="4287851"/>
              <a:ext cx="1060800" cy="1060800"/>
            </a:xfrm>
            <a:prstGeom prst="ellipse">
              <a:avLst/>
            </a:prstGeom>
            <a:solidFill>
              <a:srgbClr val="FFFFFF">
                <a:alpha val="51373"/>
              </a:srgbClr>
            </a:solidFill>
            <a:ln>
              <a:noFill/>
            </a:ln>
          </p:spPr>
          <p:txBody>
            <a:bodyPr anchorCtr="1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</p:grpSp>
      <p:grpSp>
        <p:nvGrpSpPr>
          <p:cNvPr id="340" name="Google Shape;340;p92"/>
          <p:cNvGrpSpPr/>
          <p:nvPr/>
        </p:nvGrpSpPr>
        <p:grpSpPr>
          <a:xfrm rot="10800000">
            <a:off x="127778" y="2500374"/>
            <a:ext cx="282900" cy="2852300"/>
            <a:chOff x="8676838" y="0"/>
            <a:chExt cx="282900" cy="2852300"/>
          </a:xfrm>
        </p:grpSpPr>
        <p:sp>
          <p:nvSpPr>
            <p:cNvPr id="341" name="Google Shape;341;p92"/>
            <p:cNvSpPr/>
            <p:nvPr/>
          </p:nvSpPr>
          <p:spPr>
            <a:xfrm>
              <a:off x="8707725" y="0"/>
              <a:ext cx="221125" cy="2406699"/>
            </a:xfrm>
            <a:custGeom>
              <a:rect b="b" l="l" r="r" t="t"/>
              <a:pathLst>
                <a:path extrusionOk="0" h="3298" w="303">
                  <a:moveTo>
                    <a:pt x="0" y="0"/>
                  </a:moveTo>
                  <a:lnTo>
                    <a:pt x="303" y="0"/>
                  </a:lnTo>
                  <a:lnTo>
                    <a:pt x="303" y="3298"/>
                  </a:lnTo>
                  <a:lnTo>
                    <a:pt x="0" y="3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92"/>
            <p:cNvSpPr/>
            <p:nvPr/>
          </p:nvSpPr>
          <p:spPr>
            <a:xfrm>
              <a:off x="8676838" y="2569400"/>
              <a:ext cx="282900" cy="282900"/>
            </a:xfrm>
            <a:prstGeom prst="ellipse">
              <a:avLst/>
            </a:prstGeom>
            <a:solidFill>
              <a:srgbClr val="848CA5">
                <a:alpha val="5137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7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0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0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0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0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0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0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0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0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0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7" name="Google Shape;7;p57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 b="0" i="0" sz="14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 b="0" i="0" sz="14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 b="0" i="0" sz="14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 b="0" i="0" sz="14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 b="0" i="0" sz="14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 b="0" i="0" sz="14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 b="0" i="0" sz="14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 b="0" i="0" sz="14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tamaran"/>
              <a:buChar char="■"/>
              <a:defRPr b="0" i="0" sz="14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30B07Gq" TargetMode="External"/><Relationship Id="rId5" Type="http://schemas.openxmlformats.org/officeDocument/2006/relationships/hyperlink" Target="http://bit.ly/33VAFh3" TargetMode="External"/><Relationship Id="rId6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Relationship Id="rId4" Type="http://schemas.openxmlformats.org/officeDocument/2006/relationships/image" Target="../media/image28.png"/><Relationship Id="rId5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31.png"/><Relationship Id="rId7" Type="http://schemas.openxmlformats.org/officeDocument/2006/relationships/image" Target="../media/image33.png"/><Relationship Id="rId8" Type="http://schemas.openxmlformats.org/officeDocument/2006/relationships/image" Target="../media/image22.png"/><Relationship Id="rId10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jp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"/>
          <p:cNvSpPr txBox="1"/>
          <p:nvPr>
            <p:ph type="ctrTitle"/>
          </p:nvPr>
        </p:nvSpPr>
        <p:spPr>
          <a:xfrm>
            <a:off x="4248625" y="1481900"/>
            <a:ext cx="4082100" cy="184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RedSangre </a:t>
            </a:r>
            <a:r>
              <a:rPr lang="en"/>
              <a:t>INDISA</a:t>
            </a:r>
            <a:endParaRPr/>
          </a:p>
        </p:txBody>
      </p:sp>
      <p:sp>
        <p:nvSpPr>
          <p:cNvPr id="348" name="Google Shape;348;p1"/>
          <p:cNvSpPr txBox="1"/>
          <p:nvPr>
            <p:ph idx="1" type="subTitle"/>
          </p:nvPr>
        </p:nvSpPr>
        <p:spPr>
          <a:xfrm>
            <a:off x="3513000" y="3800825"/>
            <a:ext cx="48177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Alumnos: Jóse Hernández, David Walker y Maria Sepúlveda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Asignatura: CAPSTONE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Profesor: Carlos Quintanilla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Fecha: 03 Septiembre 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349" name="Google Shape;349;p1"/>
          <p:cNvPicPr preferRelativeResize="0"/>
          <p:nvPr>
            <p:ph idx="2" type="pic"/>
          </p:nvPr>
        </p:nvPicPr>
        <p:blipFill rotWithShape="1">
          <a:blip r:embed="rId3">
            <a:alphaModFix amt="90000"/>
          </a:blip>
          <a:srcRect b="0" l="3685" r="30283" t="0"/>
          <a:stretch/>
        </p:blipFill>
        <p:spPr>
          <a:xfrm>
            <a:off x="-301608" y="-151607"/>
            <a:ext cx="4155000" cy="4194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1"/>
          <p:cNvSpPr/>
          <p:nvPr/>
        </p:nvSpPr>
        <p:spPr>
          <a:xfrm>
            <a:off x="1741361" y="-279901"/>
            <a:ext cx="2219154" cy="4450618"/>
          </a:xfrm>
          <a:custGeom>
            <a:rect b="b" l="l" r="r" t="t"/>
            <a:pathLst>
              <a:path extrusionOk="0" h="6534" w="3258">
                <a:moveTo>
                  <a:pt x="13" y="6534"/>
                </a:moveTo>
                <a:lnTo>
                  <a:pt x="0" y="6231"/>
                </a:lnTo>
                <a:cubicBezTo>
                  <a:pt x="919" y="6194"/>
                  <a:pt x="1685" y="5861"/>
                  <a:pt x="2218" y="5263"/>
                </a:cubicBezTo>
                <a:cubicBezTo>
                  <a:pt x="2692" y="4730"/>
                  <a:pt x="2955" y="4022"/>
                  <a:pt x="2955" y="3268"/>
                </a:cubicBezTo>
                <a:cubicBezTo>
                  <a:pt x="2955" y="2514"/>
                  <a:pt x="2692" y="1807"/>
                  <a:pt x="2218" y="1274"/>
                </a:cubicBezTo>
                <a:cubicBezTo>
                  <a:pt x="1685" y="676"/>
                  <a:pt x="919" y="340"/>
                  <a:pt x="0" y="304"/>
                </a:cubicBezTo>
                <a:lnTo>
                  <a:pt x="13" y="0"/>
                </a:lnTo>
                <a:cubicBezTo>
                  <a:pt x="1016" y="39"/>
                  <a:pt x="1856" y="410"/>
                  <a:pt x="2446" y="1070"/>
                </a:cubicBezTo>
                <a:cubicBezTo>
                  <a:pt x="2970" y="1657"/>
                  <a:pt x="3258" y="2438"/>
                  <a:pt x="3258" y="3266"/>
                </a:cubicBezTo>
                <a:cubicBezTo>
                  <a:pt x="3258" y="4095"/>
                  <a:pt x="2970" y="4875"/>
                  <a:pt x="2443" y="5462"/>
                </a:cubicBezTo>
                <a:cubicBezTo>
                  <a:pt x="1856" y="6125"/>
                  <a:pt x="1016" y="6495"/>
                  <a:pt x="13" y="6534"/>
                </a:cubicBezTo>
                <a:close/>
              </a:path>
            </a:pathLst>
          </a:custGeom>
          <a:solidFill>
            <a:srgbClr val="748AD1">
              <a:alpha val="50196"/>
            </a:srgbClr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"/>
          <p:cNvSpPr/>
          <p:nvPr/>
        </p:nvSpPr>
        <p:spPr>
          <a:xfrm>
            <a:off x="-233700" y="232875"/>
            <a:ext cx="2380048" cy="2380080"/>
          </a:xfrm>
          <a:custGeom>
            <a:rect b="b" l="l" r="r" t="t"/>
            <a:pathLst>
              <a:path extrusionOk="0" h="4347" w="4347">
                <a:moveTo>
                  <a:pt x="303" y="4347"/>
                </a:moveTo>
                <a:lnTo>
                  <a:pt x="0" y="4347"/>
                </a:lnTo>
                <a:cubicBezTo>
                  <a:pt x="0" y="1950"/>
                  <a:pt x="1949" y="0"/>
                  <a:pt x="4347" y="0"/>
                </a:cubicBezTo>
                <a:lnTo>
                  <a:pt x="4347" y="304"/>
                </a:lnTo>
                <a:cubicBezTo>
                  <a:pt x="2118" y="306"/>
                  <a:pt x="303" y="2119"/>
                  <a:pt x="303" y="4347"/>
                </a:cubicBezTo>
                <a:close/>
              </a:path>
            </a:pathLst>
          </a:cu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3175" y="30575"/>
            <a:ext cx="2144774" cy="52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"/>
          <p:cNvSpPr txBox="1"/>
          <p:nvPr>
            <p:ph idx="15"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Tabla </a:t>
            </a:r>
            <a:r>
              <a:rPr lang="en">
                <a:latin typeface="Be Vietnam Pro"/>
                <a:ea typeface="Be Vietnam Pro"/>
                <a:cs typeface="Be Vietnam Pro"/>
                <a:sym typeface="Be Vietnam Pro"/>
              </a:rPr>
              <a:t>de</a:t>
            </a:r>
            <a:r>
              <a:rPr lang="en">
                <a:latin typeface="Be Vietnam Pro"/>
                <a:ea typeface="Be Vietnam Pro"/>
                <a:cs typeface="Be Vietnam Pro"/>
                <a:sym typeface="Be Vietnam Pro"/>
              </a:rPr>
              <a:t> contenidos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358" name="Google Shape;358;p4"/>
          <p:cNvSpPr txBox="1"/>
          <p:nvPr>
            <p:ph idx="3" type="subTitle"/>
          </p:nvPr>
        </p:nvSpPr>
        <p:spPr>
          <a:xfrm>
            <a:off x="1757222" y="3569475"/>
            <a:ext cx="25947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Funcionalidades principales y requisitos</a:t>
            </a:r>
            <a:endParaRPr/>
          </a:p>
        </p:txBody>
      </p:sp>
      <p:sp>
        <p:nvSpPr>
          <p:cNvPr id="359" name="Google Shape;359;p4"/>
          <p:cNvSpPr txBox="1"/>
          <p:nvPr>
            <p:ph idx="1" type="subTitle"/>
          </p:nvPr>
        </p:nvSpPr>
        <p:spPr>
          <a:xfrm>
            <a:off x="1757222" y="1984850"/>
            <a:ext cx="25947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Contexto y problemática actuales</a:t>
            </a:r>
            <a:endParaRPr/>
          </a:p>
        </p:txBody>
      </p:sp>
      <p:sp>
        <p:nvSpPr>
          <p:cNvPr id="360" name="Google Shape;360;p4"/>
          <p:cNvSpPr txBox="1"/>
          <p:nvPr>
            <p:ph idx="2" type="subTitle"/>
          </p:nvPr>
        </p:nvSpPr>
        <p:spPr>
          <a:xfrm>
            <a:off x="5602973" y="1984850"/>
            <a:ext cx="25947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Propuesta RedSangre y objetivos SMART</a:t>
            </a:r>
            <a:endParaRPr/>
          </a:p>
        </p:txBody>
      </p:sp>
      <p:sp>
        <p:nvSpPr>
          <p:cNvPr id="361" name="Google Shape;361;p4"/>
          <p:cNvSpPr txBox="1"/>
          <p:nvPr>
            <p:ph idx="4" type="subTitle"/>
          </p:nvPr>
        </p:nvSpPr>
        <p:spPr>
          <a:xfrm>
            <a:off x="5602973" y="3569475"/>
            <a:ext cx="25947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Metodología, </a:t>
            </a:r>
            <a:r>
              <a:rPr lang="en"/>
              <a:t>cronograma y resultados esperados</a:t>
            </a:r>
            <a:endParaRPr/>
          </a:p>
        </p:txBody>
      </p:sp>
      <p:sp>
        <p:nvSpPr>
          <p:cNvPr id="362" name="Google Shape;362;p4"/>
          <p:cNvSpPr txBox="1"/>
          <p:nvPr>
            <p:ph type="title"/>
          </p:nvPr>
        </p:nvSpPr>
        <p:spPr>
          <a:xfrm>
            <a:off x="946322" y="1639125"/>
            <a:ext cx="734700" cy="839400"/>
          </a:xfrm>
          <a:prstGeom prst="rect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63" name="Google Shape;363;p4"/>
          <p:cNvSpPr txBox="1"/>
          <p:nvPr>
            <p:ph idx="5" type="title"/>
          </p:nvPr>
        </p:nvSpPr>
        <p:spPr>
          <a:xfrm>
            <a:off x="946322" y="3223800"/>
            <a:ext cx="734700" cy="839400"/>
          </a:xfrm>
          <a:prstGeom prst="rect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64" name="Google Shape;364;p4"/>
          <p:cNvSpPr txBox="1"/>
          <p:nvPr>
            <p:ph idx="6" type="title"/>
          </p:nvPr>
        </p:nvSpPr>
        <p:spPr>
          <a:xfrm>
            <a:off x="4792072" y="1639125"/>
            <a:ext cx="734700" cy="839400"/>
          </a:xfrm>
          <a:prstGeom prst="rect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65" name="Google Shape;365;p4"/>
          <p:cNvSpPr txBox="1"/>
          <p:nvPr>
            <p:ph idx="7" type="title"/>
          </p:nvPr>
        </p:nvSpPr>
        <p:spPr>
          <a:xfrm>
            <a:off x="4792072" y="3223800"/>
            <a:ext cx="734700" cy="839400"/>
          </a:xfrm>
          <a:prstGeom prst="rect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66" name="Google Shape;366;p4"/>
          <p:cNvSpPr txBox="1"/>
          <p:nvPr>
            <p:ph idx="8" type="subTitle"/>
          </p:nvPr>
        </p:nvSpPr>
        <p:spPr>
          <a:xfrm>
            <a:off x="1757222" y="1562925"/>
            <a:ext cx="2594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Introducción</a:t>
            </a:r>
            <a:endParaRPr/>
          </a:p>
        </p:txBody>
      </p:sp>
      <p:sp>
        <p:nvSpPr>
          <p:cNvPr id="367" name="Google Shape;367;p4"/>
          <p:cNvSpPr txBox="1"/>
          <p:nvPr>
            <p:ph idx="9" type="subTitle"/>
          </p:nvPr>
        </p:nvSpPr>
        <p:spPr>
          <a:xfrm>
            <a:off x="5602978" y="1562925"/>
            <a:ext cx="2594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Solución</a:t>
            </a:r>
            <a:endParaRPr/>
          </a:p>
        </p:txBody>
      </p:sp>
      <p:sp>
        <p:nvSpPr>
          <p:cNvPr id="368" name="Google Shape;368;p4"/>
          <p:cNvSpPr txBox="1"/>
          <p:nvPr>
            <p:ph idx="13" type="subTitle"/>
          </p:nvPr>
        </p:nvSpPr>
        <p:spPr>
          <a:xfrm>
            <a:off x="1757222" y="3147600"/>
            <a:ext cx="2594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Diseño</a:t>
            </a:r>
            <a:endParaRPr/>
          </a:p>
        </p:txBody>
      </p:sp>
      <p:sp>
        <p:nvSpPr>
          <p:cNvPr id="369" name="Google Shape;369;p4"/>
          <p:cNvSpPr txBox="1"/>
          <p:nvPr>
            <p:ph idx="14" type="subTitle"/>
          </p:nvPr>
        </p:nvSpPr>
        <p:spPr>
          <a:xfrm>
            <a:off x="5602978" y="3147600"/>
            <a:ext cx="2594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Desarrollo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a04938a25_0_1"/>
          <p:cNvSpPr txBox="1"/>
          <p:nvPr>
            <p:ph type="title"/>
          </p:nvPr>
        </p:nvSpPr>
        <p:spPr>
          <a:xfrm>
            <a:off x="3847750" y="2481150"/>
            <a:ext cx="4583100" cy="15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</p:txBody>
      </p:sp>
      <p:sp>
        <p:nvSpPr>
          <p:cNvPr id="375" name="Google Shape;375;g3fa04938a25_0_1"/>
          <p:cNvSpPr txBox="1"/>
          <p:nvPr>
            <p:ph idx="2" type="title"/>
          </p:nvPr>
        </p:nvSpPr>
        <p:spPr>
          <a:xfrm>
            <a:off x="6850675" y="539500"/>
            <a:ext cx="1580100" cy="1908600"/>
          </a:xfrm>
          <a:prstGeom prst="rect">
            <a:avLst/>
          </a:prstGeom>
          <a:solidFill>
            <a:srgbClr val="ADBFFC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76" name="Google Shape;376;g3fa04938a25_0_1"/>
          <p:cNvSpPr txBox="1"/>
          <p:nvPr>
            <p:ph idx="1" type="subTitle"/>
          </p:nvPr>
        </p:nvSpPr>
        <p:spPr>
          <a:xfrm>
            <a:off x="3847750" y="4109900"/>
            <a:ext cx="45831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Contexto y problemática actuales</a:t>
            </a:r>
            <a:endParaRPr/>
          </a:p>
        </p:txBody>
      </p:sp>
      <p:pic>
        <p:nvPicPr>
          <p:cNvPr id="377" name="Google Shape;377;g3fa04938a25_0_1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30972" r="2379" t="0"/>
          <a:stretch/>
        </p:blipFill>
        <p:spPr>
          <a:xfrm>
            <a:off x="-450588" y="628342"/>
            <a:ext cx="3915600" cy="3915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a04938a25_0_15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Clínica Indisa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383" name="Google Shape;383;g3fa04938a25_0_15"/>
          <p:cNvSpPr txBox="1"/>
          <p:nvPr>
            <p:ph idx="1" type="subTitle"/>
          </p:nvPr>
        </p:nvSpPr>
        <p:spPr>
          <a:xfrm>
            <a:off x="4923112" y="2329126"/>
            <a:ext cx="25056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Ser uno de los principales grupos de salud del país, ofreciendo a todos los pacientes la mejor experiencia en la atención integral y de alta complejidad, con los más altos niveles de calidad.</a:t>
            </a:r>
            <a:endParaRPr/>
          </a:p>
        </p:txBody>
      </p:sp>
      <p:sp>
        <p:nvSpPr>
          <p:cNvPr id="384" name="Google Shape;384;g3fa04938a25_0_15"/>
          <p:cNvSpPr txBox="1"/>
          <p:nvPr>
            <p:ph idx="2" type="subTitle"/>
          </p:nvPr>
        </p:nvSpPr>
        <p:spPr>
          <a:xfrm>
            <a:off x="1715238" y="2329124"/>
            <a:ext cx="2505600" cy="19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Entregamos soluciones de salud con los más altos estándares de calidad a toda la comunidad. Estamos comprometidos con el servicio de excelencia y la eficiencia en la gestión, inspirados siempre por sólidos principios éticos.</a:t>
            </a:r>
            <a:endParaRPr/>
          </a:p>
        </p:txBody>
      </p:sp>
      <p:sp>
        <p:nvSpPr>
          <p:cNvPr id="385" name="Google Shape;385;g3fa04938a25_0_15"/>
          <p:cNvSpPr txBox="1"/>
          <p:nvPr>
            <p:ph idx="3" type="subTitle"/>
          </p:nvPr>
        </p:nvSpPr>
        <p:spPr>
          <a:xfrm>
            <a:off x="1715238" y="1841500"/>
            <a:ext cx="2505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Misión</a:t>
            </a:r>
            <a:endParaRPr/>
          </a:p>
        </p:txBody>
      </p:sp>
      <p:sp>
        <p:nvSpPr>
          <p:cNvPr id="386" name="Google Shape;386;g3fa04938a25_0_15"/>
          <p:cNvSpPr txBox="1"/>
          <p:nvPr>
            <p:ph idx="4" type="subTitle"/>
          </p:nvPr>
        </p:nvSpPr>
        <p:spPr>
          <a:xfrm>
            <a:off x="4923113" y="1841500"/>
            <a:ext cx="2505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Visión</a:t>
            </a:r>
            <a:endParaRPr/>
          </a:p>
        </p:txBody>
      </p:sp>
      <p:grpSp>
        <p:nvGrpSpPr>
          <p:cNvPr id="387" name="Google Shape;387;g3fa04938a25_0_15"/>
          <p:cNvGrpSpPr/>
          <p:nvPr/>
        </p:nvGrpSpPr>
        <p:grpSpPr>
          <a:xfrm>
            <a:off x="6031376" y="1449832"/>
            <a:ext cx="289039" cy="352833"/>
            <a:chOff x="-24694925" y="3518700"/>
            <a:chExt cx="242625" cy="296175"/>
          </a:xfrm>
        </p:grpSpPr>
        <p:sp>
          <p:nvSpPr>
            <p:cNvPr id="388" name="Google Shape;388;g3fa04938a25_0_15"/>
            <p:cNvSpPr/>
            <p:nvPr/>
          </p:nvSpPr>
          <p:spPr>
            <a:xfrm>
              <a:off x="-24694925" y="3572250"/>
              <a:ext cx="104000" cy="112650"/>
            </a:xfrm>
            <a:custGeom>
              <a:rect b="b" l="l" r="r" t="t"/>
              <a:pathLst>
                <a:path extrusionOk="0" h="4506" w="416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3fa04938a25_0_15"/>
            <p:cNvSpPr/>
            <p:nvPr/>
          </p:nvSpPr>
          <p:spPr>
            <a:xfrm>
              <a:off x="-24556300" y="3648650"/>
              <a:ext cx="104000" cy="113450"/>
            </a:xfrm>
            <a:custGeom>
              <a:rect b="b" l="l" r="r" t="t"/>
              <a:pathLst>
                <a:path extrusionOk="0" h="4538" w="416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g3fa04938a25_0_15"/>
            <p:cNvSpPr/>
            <p:nvPr/>
          </p:nvSpPr>
          <p:spPr>
            <a:xfrm>
              <a:off x="-24694925" y="3702200"/>
              <a:ext cx="104000" cy="112675"/>
            </a:xfrm>
            <a:custGeom>
              <a:rect b="b" l="l" r="r" t="t"/>
              <a:pathLst>
                <a:path extrusionOk="0" h="4507" w="416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g3fa04938a25_0_15"/>
            <p:cNvSpPr/>
            <p:nvPr/>
          </p:nvSpPr>
          <p:spPr>
            <a:xfrm>
              <a:off x="-24556300" y="3518700"/>
              <a:ext cx="104000" cy="113425"/>
            </a:xfrm>
            <a:custGeom>
              <a:rect b="b" l="l" r="r" t="t"/>
              <a:pathLst>
                <a:path extrusionOk="0" h="4537" w="416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" name="Google Shape;392;g3fa04938a25_0_15"/>
          <p:cNvSpPr/>
          <p:nvPr/>
        </p:nvSpPr>
        <p:spPr>
          <a:xfrm>
            <a:off x="2791628" y="1450885"/>
            <a:ext cx="352803" cy="350719"/>
          </a:xfrm>
          <a:custGeom>
            <a:rect b="b" l="l" r="r" t="t"/>
            <a:pathLst>
              <a:path extrusionOk="0" h="11776" w="11846">
                <a:moveTo>
                  <a:pt x="9074" y="2261"/>
                </a:moveTo>
                <a:lnTo>
                  <a:pt x="9546" y="2733"/>
                </a:lnTo>
                <a:lnTo>
                  <a:pt x="9011" y="3300"/>
                </a:lnTo>
                <a:lnTo>
                  <a:pt x="8538" y="2828"/>
                </a:lnTo>
                <a:lnTo>
                  <a:pt x="9074" y="2261"/>
                </a:lnTo>
                <a:close/>
                <a:moveTo>
                  <a:pt x="6333" y="3489"/>
                </a:moveTo>
                <a:lnTo>
                  <a:pt x="8286" y="5474"/>
                </a:lnTo>
                <a:lnTo>
                  <a:pt x="7782" y="5978"/>
                </a:lnTo>
                <a:lnTo>
                  <a:pt x="7026" y="5222"/>
                </a:lnTo>
                <a:cubicBezTo>
                  <a:pt x="6963" y="5159"/>
                  <a:pt x="6876" y="5128"/>
                  <a:pt x="6789" y="5128"/>
                </a:cubicBezTo>
                <a:cubicBezTo>
                  <a:pt x="6703" y="5128"/>
                  <a:pt x="6616" y="5159"/>
                  <a:pt x="6553" y="5222"/>
                </a:cubicBezTo>
                <a:cubicBezTo>
                  <a:pt x="6427" y="5348"/>
                  <a:pt x="6427" y="5569"/>
                  <a:pt x="6553" y="5695"/>
                </a:cubicBezTo>
                <a:lnTo>
                  <a:pt x="7309" y="6451"/>
                </a:lnTo>
                <a:lnTo>
                  <a:pt x="6837" y="6924"/>
                </a:lnTo>
                <a:lnTo>
                  <a:pt x="4883" y="4939"/>
                </a:lnTo>
                <a:lnTo>
                  <a:pt x="6333" y="3489"/>
                </a:lnTo>
                <a:close/>
                <a:moveTo>
                  <a:pt x="2647" y="8688"/>
                </a:moveTo>
                <a:lnTo>
                  <a:pt x="3119" y="9160"/>
                </a:lnTo>
                <a:lnTo>
                  <a:pt x="2899" y="9412"/>
                </a:lnTo>
                <a:cubicBezTo>
                  <a:pt x="2836" y="9460"/>
                  <a:pt x="2749" y="9483"/>
                  <a:pt x="2662" y="9483"/>
                </a:cubicBezTo>
                <a:cubicBezTo>
                  <a:pt x="2576" y="9483"/>
                  <a:pt x="2489" y="9460"/>
                  <a:pt x="2426" y="9412"/>
                </a:cubicBezTo>
                <a:cubicBezTo>
                  <a:pt x="2300" y="9286"/>
                  <a:pt x="2300" y="9034"/>
                  <a:pt x="2426" y="8940"/>
                </a:cubicBezTo>
                <a:lnTo>
                  <a:pt x="2647" y="8688"/>
                </a:lnTo>
                <a:close/>
                <a:moveTo>
                  <a:pt x="9294" y="0"/>
                </a:moveTo>
                <a:cubicBezTo>
                  <a:pt x="9026" y="0"/>
                  <a:pt x="8758" y="103"/>
                  <a:pt x="8569" y="308"/>
                </a:cubicBezTo>
                <a:cubicBezTo>
                  <a:pt x="8160" y="686"/>
                  <a:pt x="8097" y="1410"/>
                  <a:pt x="8538" y="1820"/>
                </a:cubicBezTo>
                <a:lnTo>
                  <a:pt x="8065" y="2292"/>
                </a:lnTo>
                <a:lnTo>
                  <a:pt x="7089" y="1316"/>
                </a:lnTo>
                <a:cubicBezTo>
                  <a:pt x="6884" y="1127"/>
                  <a:pt x="6616" y="1032"/>
                  <a:pt x="6348" y="1032"/>
                </a:cubicBezTo>
                <a:cubicBezTo>
                  <a:pt x="6081" y="1032"/>
                  <a:pt x="5813" y="1127"/>
                  <a:pt x="5608" y="1316"/>
                </a:cubicBezTo>
                <a:cubicBezTo>
                  <a:pt x="5230" y="1725"/>
                  <a:pt x="5230" y="2387"/>
                  <a:pt x="5608" y="2765"/>
                </a:cubicBezTo>
                <a:lnTo>
                  <a:pt x="5860" y="3017"/>
                </a:lnTo>
                <a:lnTo>
                  <a:pt x="2678" y="6199"/>
                </a:lnTo>
                <a:cubicBezTo>
                  <a:pt x="2142" y="6734"/>
                  <a:pt x="2048" y="7428"/>
                  <a:pt x="2268" y="8058"/>
                </a:cubicBezTo>
                <a:lnTo>
                  <a:pt x="1922" y="8404"/>
                </a:lnTo>
                <a:cubicBezTo>
                  <a:pt x="1607" y="8719"/>
                  <a:pt x="1512" y="9192"/>
                  <a:pt x="1733" y="9601"/>
                </a:cubicBezTo>
                <a:lnTo>
                  <a:pt x="95" y="11208"/>
                </a:lnTo>
                <a:cubicBezTo>
                  <a:pt x="0" y="11334"/>
                  <a:pt x="0" y="11555"/>
                  <a:pt x="95" y="11681"/>
                </a:cubicBezTo>
                <a:cubicBezTo>
                  <a:pt x="158" y="11744"/>
                  <a:pt x="252" y="11775"/>
                  <a:pt x="343" y="11775"/>
                </a:cubicBezTo>
                <a:cubicBezTo>
                  <a:pt x="433" y="11775"/>
                  <a:pt x="520" y="11744"/>
                  <a:pt x="567" y="11681"/>
                </a:cubicBezTo>
                <a:lnTo>
                  <a:pt x="2174" y="10074"/>
                </a:lnTo>
                <a:cubicBezTo>
                  <a:pt x="2318" y="10136"/>
                  <a:pt x="2465" y="10164"/>
                  <a:pt x="2609" y="10164"/>
                </a:cubicBezTo>
                <a:cubicBezTo>
                  <a:pt x="2904" y="10164"/>
                  <a:pt x="3180" y="10044"/>
                  <a:pt x="3371" y="9853"/>
                </a:cubicBezTo>
                <a:lnTo>
                  <a:pt x="3718" y="9507"/>
                </a:lnTo>
                <a:cubicBezTo>
                  <a:pt x="3930" y="9598"/>
                  <a:pt x="4148" y="9640"/>
                  <a:pt x="4363" y="9640"/>
                </a:cubicBezTo>
                <a:cubicBezTo>
                  <a:pt x="4818" y="9640"/>
                  <a:pt x="5255" y="9450"/>
                  <a:pt x="5576" y="9129"/>
                </a:cubicBezTo>
                <a:lnTo>
                  <a:pt x="5797" y="8877"/>
                </a:lnTo>
                <a:lnTo>
                  <a:pt x="4820" y="7900"/>
                </a:lnTo>
                <a:cubicBezTo>
                  <a:pt x="4694" y="7774"/>
                  <a:pt x="4694" y="7554"/>
                  <a:pt x="4820" y="7428"/>
                </a:cubicBezTo>
                <a:cubicBezTo>
                  <a:pt x="4883" y="7365"/>
                  <a:pt x="4970" y="7333"/>
                  <a:pt x="5057" y="7333"/>
                </a:cubicBezTo>
                <a:cubicBezTo>
                  <a:pt x="5143" y="7333"/>
                  <a:pt x="5230" y="7365"/>
                  <a:pt x="5293" y="7428"/>
                </a:cubicBezTo>
                <a:lnTo>
                  <a:pt x="6270" y="8404"/>
                </a:lnTo>
                <a:lnTo>
                  <a:pt x="8727" y="5978"/>
                </a:lnTo>
                <a:lnTo>
                  <a:pt x="8948" y="6199"/>
                </a:lnTo>
                <a:cubicBezTo>
                  <a:pt x="9152" y="6404"/>
                  <a:pt x="9420" y="6506"/>
                  <a:pt x="9688" y="6506"/>
                </a:cubicBezTo>
                <a:cubicBezTo>
                  <a:pt x="9956" y="6506"/>
                  <a:pt x="10223" y="6404"/>
                  <a:pt x="10428" y="6199"/>
                </a:cubicBezTo>
                <a:cubicBezTo>
                  <a:pt x="10806" y="5821"/>
                  <a:pt x="10806" y="5159"/>
                  <a:pt x="10428" y="4750"/>
                </a:cubicBezTo>
                <a:lnTo>
                  <a:pt x="9420" y="3773"/>
                </a:lnTo>
                <a:lnTo>
                  <a:pt x="9987" y="3206"/>
                </a:lnTo>
                <a:cubicBezTo>
                  <a:pt x="10176" y="3411"/>
                  <a:pt x="10444" y="3513"/>
                  <a:pt x="10712" y="3513"/>
                </a:cubicBezTo>
                <a:cubicBezTo>
                  <a:pt x="10980" y="3513"/>
                  <a:pt x="11247" y="3411"/>
                  <a:pt x="11436" y="3206"/>
                </a:cubicBezTo>
                <a:cubicBezTo>
                  <a:pt x="11846" y="2828"/>
                  <a:pt x="11846" y="2166"/>
                  <a:pt x="11436" y="1757"/>
                </a:cubicBezTo>
                <a:lnTo>
                  <a:pt x="10019" y="308"/>
                </a:lnTo>
                <a:cubicBezTo>
                  <a:pt x="9830" y="103"/>
                  <a:pt x="9562" y="0"/>
                  <a:pt x="929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Proceso actual de clínica Indisa</a:t>
            </a:r>
            <a:endParaRPr/>
          </a:p>
        </p:txBody>
      </p:sp>
      <p:sp>
        <p:nvSpPr>
          <p:cNvPr id="398" name="Google Shape;398;p2"/>
          <p:cNvSpPr/>
          <p:nvPr/>
        </p:nvSpPr>
        <p:spPr>
          <a:xfrm>
            <a:off x="1536622" y="2372450"/>
            <a:ext cx="6070756" cy="1136751"/>
          </a:xfrm>
          <a:custGeom>
            <a:rect b="b" l="l" r="r" t="t"/>
            <a:pathLst>
              <a:path extrusionOk="0" h="7980" w="42616">
                <a:moveTo>
                  <a:pt x="4324" y="1"/>
                </a:moveTo>
                <a:cubicBezTo>
                  <a:pt x="3159" y="1"/>
                  <a:pt x="1997" y="512"/>
                  <a:pt x="1246" y="1424"/>
                </a:cubicBezTo>
                <a:cubicBezTo>
                  <a:pt x="180" y="2720"/>
                  <a:pt x="1" y="4577"/>
                  <a:pt x="867" y="6031"/>
                </a:cubicBezTo>
                <a:cubicBezTo>
                  <a:pt x="1600" y="7262"/>
                  <a:pt x="2935" y="7980"/>
                  <a:pt x="4331" y="7980"/>
                </a:cubicBezTo>
                <a:cubicBezTo>
                  <a:pt x="4576" y="7980"/>
                  <a:pt x="4822" y="7958"/>
                  <a:pt x="5067" y="7913"/>
                </a:cubicBezTo>
                <a:cubicBezTo>
                  <a:pt x="6219" y="7700"/>
                  <a:pt x="7170" y="6971"/>
                  <a:pt x="7733" y="6006"/>
                </a:cubicBezTo>
                <a:cubicBezTo>
                  <a:pt x="8105" y="5370"/>
                  <a:pt x="8773" y="4970"/>
                  <a:pt x="9508" y="4970"/>
                </a:cubicBezTo>
                <a:lnTo>
                  <a:pt x="10488" y="4970"/>
                </a:lnTo>
                <a:cubicBezTo>
                  <a:pt x="11237" y="4970"/>
                  <a:pt x="11919" y="5376"/>
                  <a:pt x="12300" y="6020"/>
                </a:cubicBezTo>
                <a:lnTo>
                  <a:pt x="12307" y="6031"/>
                </a:lnTo>
                <a:cubicBezTo>
                  <a:pt x="13039" y="7262"/>
                  <a:pt x="14375" y="7980"/>
                  <a:pt x="15771" y="7980"/>
                </a:cubicBezTo>
                <a:cubicBezTo>
                  <a:pt x="16016" y="7980"/>
                  <a:pt x="16262" y="7958"/>
                  <a:pt x="16507" y="7913"/>
                </a:cubicBezTo>
                <a:cubicBezTo>
                  <a:pt x="17658" y="7700"/>
                  <a:pt x="18610" y="6971"/>
                  <a:pt x="19173" y="6006"/>
                </a:cubicBezTo>
                <a:cubicBezTo>
                  <a:pt x="19545" y="5370"/>
                  <a:pt x="20213" y="4970"/>
                  <a:pt x="20946" y="4970"/>
                </a:cubicBezTo>
                <a:lnTo>
                  <a:pt x="21928" y="4970"/>
                </a:lnTo>
                <a:cubicBezTo>
                  <a:pt x="22677" y="4970"/>
                  <a:pt x="23359" y="5376"/>
                  <a:pt x="23740" y="6020"/>
                </a:cubicBezTo>
                <a:lnTo>
                  <a:pt x="23747" y="6031"/>
                </a:lnTo>
                <a:cubicBezTo>
                  <a:pt x="24479" y="7262"/>
                  <a:pt x="25815" y="7980"/>
                  <a:pt x="27210" y="7980"/>
                </a:cubicBezTo>
                <a:cubicBezTo>
                  <a:pt x="27454" y="7980"/>
                  <a:pt x="27700" y="7958"/>
                  <a:pt x="27945" y="7913"/>
                </a:cubicBezTo>
                <a:cubicBezTo>
                  <a:pt x="29098" y="7700"/>
                  <a:pt x="30048" y="6971"/>
                  <a:pt x="30613" y="6006"/>
                </a:cubicBezTo>
                <a:cubicBezTo>
                  <a:pt x="30985" y="5370"/>
                  <a:pt x="31652" y="4970"/>
                  <a:pt x="32388" y="4970"/>
                </a:cubicBezTo>
                <a:lnTo>
                  <a:pt x="33368" y="4970"/>
                </a:lnTo>
                <a:cubicBezTo>
                  <a:pt x="34117" y="4970"/>
                  <a:pt x="34799" y="5376"/>
                  <a:pt x="35180" y="6020"/>
                </a:cubicBezTo>
                <a:lnTo>
                  <a:pt x="35187" y="6031"/>
                </a:lnTo>
                <a:cubicBezTo>
                  <a:pt x="35920" y="7262"/>
                  <a:pt x="37255" y="7980"/>
                  <a:pt x="38651" y="7980"/>
                </a:cubicBezTo>
                <a:cubicBezTo>
                  <a:pt x="38896" y="7980"/>
                  <a:pt x="39142" y="7958"/>
                  <a:pt x="39387" y="7913"/>
                </a:cubicBezTo>
                <a:cubicBezTo>
                  <a:pt x="41256" y="7567"/>
                  <a:pt x="42594" y="5866"/>
                  <a:pt x="42615" y="3993"/>
                </a:cubicBezTo>
                <a:cubicBezTo>
                  <a:pt x="42599" y="2323"/>
                  <a:pt x="41557" y="833"/>
                  <a:pt x="39994" y="246"/>
                </a:cubicBezTo>
                <a:cubicBezTo>
                  <a:pt x="39559" y="81"/>
                  <a:pt x="39100" y="2"/>
                  <a:pt x="38642" y="2"/>
                </a:cubicBezTo>
                <a:cubicBezTo>
                  <a:pt x="37477" y="2"/>
                  <a:pt x="36315" y="513"/>
                  <a:pt x="35565" y="1426"/>
                </a:cubicBezTo>
                <a:cubicBezTo>
                  <a:pt x="35428" y="1592"/>
                  <a:pt x="35304" y="1770"/>
                  <a:pt x="35195" y="1957"/>
                </a:cubicBezTo>
                <a:cubicBezTo>
                  <a:pt x="34817" y="2606"/>
                  <a:pt x="34133" y="3018"/>
                  <a:pt x="33382" y="3018"/>
                </a:cubicBezTo>
                <a:lnTo>
                  <a:pt x="32420" y="3018"/>
                </a:lnTo>
                <a:cubicBezTo>
                  <a:pt x="31683" y="3018"/>
                  <a:pt x="30996" y="2632"/>
                  <a:pt x="30624" y="1994"/>
                </a:cubicBezTo>
                <a:cubicBezTo>
                  <a:pt x="30157" y="1190"/>
                  <a:pt x="29425" y="572"/>
                  <a:pt x="28556" y="244"/>
                </a:cubicBezTo>
                <a:cubicBezTo>
                  <a:pt x="28121" y="80"/>
                  <a:pt x="27663" y="1"/>
                  <a:pt x="27205" y="1"/>
                </a:cubicBezTo>
                <a:cubicBezTo>
                  <a:pt x="26039" y="1"/>
                  <a:pt x="24877" y="513"/>
                  <a:pt x="24125" y="1426"/>
                </a:cubicBezTo>
                <a:cubicBezTo>
                  <a:pt x="23989" y="1592"/>
                  <a:pt x="23865" y="1770"/>
                  <a:pt x="23755" y="1957"/>
                </a:cubicBezTo>
                <a:cubicBezTo>
                  <a:pt x="23377" y="2606"/>
                  <a:pt x="22695" y="3018"/>
                  <a:pt x="21944" y="3018"/>
                </a:cubicBezTo>
                <a:lnTo>
                  <a:pt x="20981" y="3018"/>
                </a:lnTo>
                <a:cubicBezTo>
                  <a:pt x="20243" y="3018"/>
                  <a:pt x="19556" y="2632"/>
                  <a:pt x="19185" y="1994"/>
                </a:cubicBezTo>
                <a:cubicBezTo>
                  <a:pt x="18717" y="1190"/>
                  <a:pt x="17987" y="572"/>
                  <a:pt x="17116" y="244"/>
                </a:cubicBezTo>
                <a:cubicBezTo>
                  <a:pt x="16681" y="80"/>
                  <a:pt x="16223" y="1"/>
                  <a:pt x="15766" y="1"/>
                </a:cubicBezTo>
                <a:cubicBezTo>
                  <a:pt x="14600" y="1"/>
                  <a:pt x="13437" y="513"/>
                  <a:pt x="12686" y="1426"/>
                </a:cubicBezTo>
                <a:cubicBezTo>
                  <a:pt x="12549" y="1592"/>
                  <a:pt x="12425" y="1770"/>
                  <a:pt x="12316" y="1957"/>
                </a:cubicBezTo>
                <a:cubicBezTo>
                  <a:pt x="11937" y="2606"/>
                  <a:pt x="11255" y="3016"/>
                  <a:pt x="10504" y="3016"/>
                </a:cubicBezTo>
                <a:lnTo>
                  <a:pt x="9541" y="3016"/>
                </a:lnTo>
                <a:cubicBezTo>
                  <a:pt x="8805" y="3016"/>
                  <a:pt x="8116" y="2632"/>
                  <a:pt x="7745" y="1994"/>
                </a:cubicBezTo>
                <a:cubicBezTo>
                  <a:pt x="7277" y="1190"/>
                  <a:pt x="6547" y="572"/>
                  <a:pt x="5676" y="244"/>
                </a:cubicBezTo>
                <a:cubicBezTo>
                  <a:pt x="5241" y="80"/>
                  <a:pt x="4782" y="1"/>
                  <a:pt x="4324" y="1"/>
                </a:cubicBezTo>
                <a:close/>
              </a:path>
            </a:pathLst>
          </a:custGeom>
          <a:solidFill>
            <a:srgbClr val="FFFFFF">
              <a:alpha val="5137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"/>
          <p:cNvSpPr/>
          <p:nvPr/>
        </p:nvSpPr>
        <p:spPr>
          <a:xfrm>
            <a:off x="1645780" y="2435137"/>
            <a:ext cx="1011300" cy="1011300"/>
          </a:xfrm>
          <a:prstGeom prst="ellipse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1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"/>
          <p:cNvSpPr/>
          <p:nvPr/>
        </p:nvSpPr>
        <p:spPr>
          <a:xfrm>
            <a:off x="3273949" y="2435137"/>
            <a:ext cx="1011300" cy="1011300"/>
          </a:xfrm>
          <a:prstGeom prst="ellipse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"/>
          <p:cNvSpPr/>
          <p:nvPr/>
        </p:nvSpPr>
        <p:spPr>
          <a:xfrm>
            <a:off x="4902109" y="2435137"/>
            <a:ext cx="1011300" cy="1011300"/>
          </a:xfrm>
          <a:prstGeom prst="ellipse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"/>
          <p:cNvSpPr/>
          <p:nvPr/>
        </p:nvSpPr>
        <p:spPr>
          <a:xfrm>
            <a:off x="6530274" y="2435137"/>
            <a:ext cx="1011300" cy="1011300"/>
          </a:xfrm>
          <a:prstGeom prst="ellipse">
            <a:avLst/>
          </a:prstGeom>
          <a:solidFill>
            <a:srgbClr val="ADBFF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4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"/>
          <p:cNvSpPr txBox="1"/>
          <p:nvPr>
            <p:ph idx="4294967295" type="subTitle"/>
          </p:nvPr>
        </p:nvSpPr>
        <p:spPr>
          <a:xfrm>
            <a:off x="2691950" y="3749000"/>
            <a:ext cx="21753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tamaran"/>
              <a:buNone/>
            </a:pPr>
            <a:r>
              <a:rPr lang="en"/>
              <a:t>En caso de no tener, se le informa a la coordinadora</a:t>
            </a:r>
            <a:endParaRPr b="0" i="0" sz="1400" u="none" cap="none" strike="noStrik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04" name="Google Shape;404;p2"/>
          <p:cNvSpPr txBox="1"/>
          <p:nvPr>
            <p:ph idx="4294967295" type="subTitle"/>
          </p:nvPr>
        </p:nvSpPr>
        <p:spPr>
          <a:xfrm>
            <a:off x="4320099" y="1327450"/>
            <a:ext cx="21753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</a:pPr>
            <a:r>
              <a:rPr lang="en"/>
              <a:t>La coordinadora , llama a distintas clinicas o hospitales cercanos</a:t>
            </a:r>
            <a:endParaRPr b="0" i="0" sz="1400" u="none" cap="none" strike="noStrik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05" name="Google Shape;405;p2"/>
          <p:cNvSpPr txBox="1"/>
          <p:nvPr>
            <p:ph idx="4294967295" type="subTitle"/>
          </p:nvPr>
        </p:nvSpPr>
        <p:spPr>
          <a:xfrm>
            <a:off x="5948275" y="3749000"/>
            <a:ext cx="21753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tamaran"/>
              <a:buNone/>
            </a:pPr>
            <a:r>
              <a:rPr lang="en"/>
              <a:t>Al encontrar un lugar que tenga, termina de gestionar la solicitud</a:t>
            </a:r>
            <a:endParaRPr b="0" i="0" sz="1400" u="none" cap="none" strike="noStrik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cxnSp>
        <p:nvCxnSpPr>
          <p:cNvPr id="406" name="Google Shape;406;p2"/>
          <p:cNvCxnSpPr>
            <a:stCxn id="402" idx="4"/>
            <a:endCxn id="405" idx="0"/>
          </p:cNvCxnSpPr>
          <p:nvPr/>
        </p:nvCxnSpPr>
        <p:spPr>
          <a:xfrm>
            <a:off x="7035924" y="3446437"/>
            <a:ext cx="0" cy="30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2"/>
          <p:cNvCxnSpPr>
            <a:stCxn id="401" idx="0"/>
            <a:endCxn id="404" idx="2"/>
          </p:cNvCxnSpPr>
          <p:nvPr/>
        </p:nvCxnSpPr>
        <p:spPr>
          <a:xfrm rot="10800000">
            <a:off x="5407759" y="2132737"/>
            <a:ext cx="0" cy="30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2"/>
          <p:cNvSpPr txBox="1"/>
          <p:nvPr>
            <p:ph idx="4294967295" type="subTitle"/>
          </p:nvPr>
        </p:nvSpPr>
        <p:spPr>
          <a:xfrm>
            <a:off x="1063775" y="1129850"/>
            <a:ext cx="21753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</a:pPr>
            <a:r>
              <a:rPr lang="en"/>
              <a:t>Si falta sangre, se busca donantes de manera </a:t>
            </a:r>
            <a:r>
              <a:rPr lang="en"/>
              <a:t>manual</a:t>
            </a:r>
            <a:r>
              <a:rPr lang="en"/>
              <a:t> en el registro que tienen</a:t>
            </a:r>
            <a:endParaRPr b="0" i="0" sz="1400" u="none" cap="none" strike="noStrik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cxnSp>
        <p:nvCxnSpPr>
          <p:cNvPr id="409" name="Google Shape;409;p2"/>
          <p:cNvCxnSpPr>
            <a:stCxn id="399" idx="0"/>
            <a:endCxn id="408" idx="2"/>
          </p:cNvCxnSpPr>
          <p:nvPr/>
        </p:nvCxnSpPr>
        <p:spPr>
          <a:xfrm rot="10800000">
            <a:off x="2151430" y="2132737"/>
            <a:ext cx="0" cy="30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2"/>
          <p:cNvCxnSpPr>
            <a:stCxn id="400" idx="4"/>
            <a:endCxn id="403" idx="0"/>
          </p:cNvCxnSpPr>
          <p:nvPr/>
        </p:nvCxnSpPr>
        <p:spPr>
          <a:xfrm>
            <a:off x="3779599" y="3446437"/>
            <a:ext cx="0" cy="30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a04938a25_0_38"/>
          <p:cNvSpPr txBox="1"/>
          <p:nvPr>
            <p:ph idx="2" type="subTitle"/>
          </p:nvPr>
        </p:nvSpPr>
        <p:spPr>
          <a:xfrm>
            <a:off x="3582450" y="224727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Jazmin Parra</a:t>
            </a:r>
            <a:endParaRPr/>
          </a:p>
        </p:txBody>
      </p:sp>
      <p:sp>
        <p:nvSpPr>
          <p:cNvPr id="416" name="Google Shape;416;g3fa04938a25_0_38"/>
          <p:cNvSpPr txBox="1"/>
          <p:nvPr>
            <p:ph idx="5" type="subTitle"/>
          </p:nvPr>
        </p:nvSpPr>
        <p:spPr>
          <a:xfrm>
            <a:off x="6052300" y="2333050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Marcelo Acevedo Mardones</a:t>
            </a:r>
            <a:endParaRPr/>
          </a:p>
        </p:txBody>
      </p:sp>
      <p:sp>
        <p:nvSpPr>
          <p:cNvPr id="417" name="Google Shape;417;g3fa04938a25_0_38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Stakeholders </a:t>
            </a:r>
            <a:r>
              <a:rPr lang="en">
                <a:latin typeface="Be Vietnam Pro"/>
                <a:ea typeface="Be Vietnam Pro"/>
                <a:cs typeface="Be Vietnam Pro"/>
                <a:sym typeface="Be Vietnam Pro"/>
              </a:rPr>
              <a:t>identificados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418" name="Google Shape;418;g3fa04938a25_0_38"/>
          <p:cNvSpPr txBox="1"/>
          <p:nvPr>
            <p:ph idx="1" type="subTitle"/>
          </p:nvPr>
        </p:nvSpPr>
        <p:spPr>
          <a:xfrm>
            <a:off x="1112600" y="224727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Carolina Roja</a:t>
            </a:r>
            <a:endParaRPr/>
          </a:p>
        </p:txBody>
      </p:sp>
      <p:sp>
        <p:nvSpPr>
          <p:cNvPr id="419" name="Google Shape;419;g3fa04938a25_0_38"/>
          <p:cNvSpPr txBox="1"/>
          <p:nvPr>
            <p:ph idx="3" type="subTitle"/>
          </p:nvPr>
        </p:nvSpPr>
        <p:spPr>
          <a:xfrm>
            <a:off x="1228700" y="425015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Julio Cano Barriga</a:t>
            </a:r>
            <a:endParaRPr/>
          </a:p>
        </p:txBody>
      </p:sp>
      <p:sp>
        <p:nvSpPr>
          <p:cNvPr id="420" name="Google Shape;420;g3fa04938a25_0_38"/>
          <p:cNvSpPr txBox="1"/>
          <p:nvPr>
            <p:ph idx="4" type="subTitle"/>
          </p:nvPr>
        </p:nvSpPr>
        <p:spPr>
          <a:xfrm>
            <a:off x="3582450" y="4083450"/>
            <a:ext cx="19752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Jaime Serra Cambiaso</a:t>
            </a:r>
            <a:endParaRPr/>
          </a:p>
        </p:txBody>
      </p:sp>
      <p:sp>
        <p:nvSpPr>
          <p:cNvPr id="421" name="Google Shape;421;g3fa04938a25_0_38"/>
          <p:cNvSpPr txBox="1"/>
          <p:nvPr>
            <p:ph idx="6" type="subTitle"/>
          </p:nvPr>
        </p:nvSpPr>
        <p:spPr>
          <a:xfrm>
            <a:off x="6052300" y="4169700"/>
            <a:ext cx="19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Nicole Hernandez</a:t>
            </a:r>
            <a:endParaRPr/>
          </a:p>
        </p:txBody>
      </p:sp>
      <p:sp>
        <p:nvSpPr>
          <p:cNvPr id="422" name="Google Shape;422;g3fa04938a25_0_38"/>
          <p:cNvSpPr txBox="1"/>
          <p:nvPr>
            <p:ph idx="7" type="subTitle"/>
          </p:nvPr>
        </p:nvSpPr>
        <p:spPr>
          <a:xfrm>
            <a:off x="971900" y="1799700"/>
            <a:ext cx="2301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Jefa</a:t>
            </a:r>
            <a:endParaRPr/>
          </a:p>
        </p:txBody>
      </p:sp>
      <p:sp>
        <p:nvSpPr>
          <p:cNvPr id="423" name="Google Shape;423;g3fa04938a25_0_38"/>
          <p:cNvSpPr txBox="1"/>
          <p:nvPr>
            <p:ph idx="8" type="subTitle"/>
          </p:nvPr>
        </p:nvSpPr>
        <p:spPr>
          <a:xfrm>
            <a:off x="3321450" y="1799700"/>
            <a:ext cx="267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Coordinadora</a:t>
            </a:r>
            <a:endParaRPr/>
          </a:p>
        </p:txBody>
      </p:sp>
      <p:sp>
        <p:nvSpPr>
          <p:cNvPr id="424" name="Google Shape;424;g3fa04938a25_0_38"/>
          <p:cNvSpPr txBox="1"/>
          <p:nvPr>
            <p:ph idx="9" type="subTitle"/>
          </p:nvPr>
        </p:nvSpPr>
        <p:spPr>
          <a:xfrm>
            <a:off x="5797950" y="1799700"/>
            <a:ext cx="25065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Director Médico</a:t>
            </a:r>
            <a:endParaRPr/>
          </a:p>
        </p:txBody>
      </p:sp>
      <p:sp>
        <p:nvSpPr>
          <p:cNvPr id="425" name="Google Shape;425;g3fa04938a25_0_38"/>
          <p:cNvSpPr txBox="1"/>
          <p:nvPr>
            <p:ph idx="13" type="subTitle"/>
          </p:nvPr>
        </p:nvSpPr>
        <p:spPr>
          <a:xfrm>
            <a:off x="1111100" y="3510625"/>
            <a:ext cx="22104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Gerente de Operaciones</a:t>
            </a:r>
            <a:endParaRPr/>
          </a:p>
        </p:txBody>
      </p:sp>
      <p:sp>
        <p:nvSpPr>
          <p:cNvPr id="426" name="Google Shape;426;g3fa04938a25_0_38"/>
          <p:cNvSpPr txBox="1"/>
          <p:nvPr>
            <p:ph idx="14" type="subTitle"/>
          </p:nvPr>
        </p:nvSpPr>
        <p:spPr>
          <a:xfrm>
            <a:off x="3580950" y="3510625"/>
            <a:ext cx="19782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Gerente de Proyectos</a:t>
            </a:r>
            <a:endParaRPr/>
          </a:p>
        </p:txBody>
      </p:sp>
      <p:sp>
        <p:nvSpPr>
          <p:cNvPr id="427" name="Google Shape;427;g3fa04938a25_0_38"/>
          <p:cNvSpPr txBox="1"/>
          <p:nvPr>
            <p:ph idx="15" type="subTitle"/>
          </p:nvPr>
        </p:nvSpPr>
        <p:spPr>
          <a:xfrm>
            <a:off x="6050800" y="3510625"/>
            <a:ext cx="19782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Tecnóloga Medica</a:t>
            </a:r>
            <a:endParaRPr/>
          </a:p>
        </p:txBody>
      </p:sp>
      <p:grpSp>
        <p:nvGrpSpPr>
          <p:cNvPr id="428" name="Google Shape;428;g3fa04938a25_0_38"/>
          <p:cNvGrpSpPr/>
          <p:nvPr/>
        </p:nvGrpSpPr>
        <p:grpSpPr>
          <a:xfrm>
            <a:off x="1955175" y="1294486"/>
            <a:ext cx="289962" cy="352833"/>
            <a:chOff x="-24709100" y="3888875"/>
            <a:chExt cx="243400" cy="296175"/>
          </a:xfrm>
        </p:grpSpPr>
        <p:sp>
          <p:nvSpPr>
            <p:cNvPr id="429" name="Google Shape;429;g3fa04938a25_0_38"/>
            <p:cNvSpPr/>
            <p:nvPr/>
          </p:nvSpPr>
          <p:spPr>
            <a:xfrm>
              <a:off x="-24587800" y="3888875"/>
              <a:ext cx="105575" cy="227650"/>
            </a:xfrm>
            <a:custGeom>
              <a:rect b="b" l="l" r="r" t="t"/>
              <a:pathLst>
                <a:path extrusionOk="0" h="9106" w="4223">
                  <a:moveTo>
                    <a:pt x="2836" y="662"/>
                  </a:moveTo>
                  <a:lnTo>
                    <a:pt x="2836" y="1387"/>
                  </a:lnTo>
                  <a:lnTo>
                    <a:pt x="2143" y="1387"/>
                  </a:lnTo>
                  <a:lnTo>
                    <a:pt x="2143" y="662"/>
                  </a:lnTo>
                  <a:close/>
                  <a:moveTo>
                    <a:pt x="1072" y="4884"/>
                  </a:moveTo>
                  <a:cubicBezTo>
                    <a:pt x="1261" y="4884"/>
                    <a:pt x="1418" y="5041"/>
                    <a:pt x="1418" y="5230"/>
                  </a:cubicBezTo>
                  <a:cubicBezTo>
                    <a:pt x="1418" y="5451"/>
                    <a:pt x="1261" y="5608"/>
                    <a:pt x="1072" y="5608"/>
                  </a:cubicBezTo>
                  <a:cubicBezTo>
                    <a:pt x="851" y="5608"/>
                    <a:pt x="694" y="5451"/>
                    <a:pt x="694" y="5230"/>
                  </a:cubicBezTo>
                  <a:cubicBezTo>
                    <a:pt x="694" y="5041"/>
                    <a:pt x="851" y="4884"/>
                    <a:pt x="1072" y="4884"/>
                  </a:cubicBezTo>
                  <a:close/>
                  <a:moveTo>
                    <a:pt x="3498" y="6302"/>
                  </a:moveTo>
                  <a:lnTo>
                    <a:pt x="3498" y="6648"/>
                  </a:lnTo>
                  <a:cubicBezTo>
                    <a:pt x="3498" y="6869"/>
                    <a:pt x="3340" y="6995"/>
                    <a:pt x="3151" y="6995"/>
                  </a:cubicBezTo>
                  <a:lnTo>
                    <a:pt x="1765" y="6995"/>
                  </a:lnTo>
                  <a:cubicBezTo>
                    <a:pt x="1576" y="6995"/>
                    <a:pt x="1418" y="6869"/>
                    <a:pt x="1418" y="6648"/>
                  </a:cubicBezTo>
                  <a:lnTo>
                    <a:pt x="1418" y="6302"/>
                  </a:lnTo>
                  <a:close/>
                  <a:moveTo>
                    <a:pt x="1072" y="1"/>
                  </a:moveTo>
                  <a:cubicBezTo>
                    <a:pt x="851" y="1"/>
                    <a:pt x="694" y="158"/>
                    <a:pt x="694" y="347"/>
                  </a:cubicBezTo>
                  <a:cubicBezTo>
                    <a:pt x="694" y="568"/>
                    <a:pt x="851" y="725"/>
                    <a:pt x="1072" y="725"/>
                  </a:cubicBezTo>
                  <a:lnTo>
                    <a:pt x="1418" y="725"/>
                  </a:lnTo>
                  <a:lnTo>
                    <a:pt x="1418" y="1450"/>
                  </a:lnTo>
                  <a:cubicBezTo>
                    <a:pt x="1009" y="1576"/>
                    <a:pt x="694" y="1985"/>
                    <a:pt x="694" y="2458"/>
                  </a:cubicBezTo>
                  <a:lnTo>
                    <a:pt x="694" y="4285"/>
                  </a:lnTo>
                  <a:cubicBezTo>
                    <a:pt x="316" y="4443"/>
                    <a:pt x="1" y="4821"/>
                    <a:pt x="1" y="5293"/>
                  </a:cubicBezTo>
                  <a:cubicBezTo>
                    <a:pt x="1" y="5703"/>
                    <a:pt x="284" y="6112"/>
                    <a:pt x="694" y="6270"/>
                  </a:cubicBezTo>
                  <a:lnTo>
                    <a:pt x="694" y="6648"/>
                  </a:lnTo>
                  <a:cubicBezTo>
                    <a:pt x="694" y="7089"/>
                    <a:pt x="977" y="7499"/>
                    <a:pt x="1418" y="7656"/>
                  </a:cubicBezTo>
                  <a:lnTo>
                    <a:pt x="1418" y="8759"/>
                  </a:lnTo>
                  <a:cubicBezTo>
                    <a:pt x="1418" y="8948"/>
                    <a:pt x="1576" y="9105"/>
                    <a:pt x="1765" y="9105"/>
                  </a:cubicBezTo>
                  <a:lnTo>
                    <a:pt x="3151" y="9105"/>
                  </a:lnTo>
                  <a:cubicBezTo>
                    <a:pt x="3340" y="9105"/>
                    <a:pt x="3498" y="8948"/>
                    <a:pt x="3498" y="8759"/>
                  </a:cubicBezTo>
                  <a:lnTo>
                    <a:pt x="3498" y="7656"/>
                  </a:lnTo>
                  <a:cubicBezTo>
                    <a:pt x="3907" y="7499"/>
                    <a:pt x="4222" y="7121"/>
                    <a:pt x="4222" y="6648"/>
                  </a:cubicBezTo>
                  <a:lnTo>
                    <a:pt x="4222" y="5955"/>
                  </a:lnTo>
                  <a:lnTo>
                    <a:pt x="4222" y="2458"/>
                  </a:lnTo>
                  <a:cubicBezTo>
                    <a:pt x="4222" y="2017"/>
                    <a:pt x="3939" y="1607"/>
                    <a:pt x="3498" y="1450"/>
                  </a:cubicBezTo>
                  <a:lnTo>
                    <a:pt x="3498" y="725"/>
                  </a:lnTo>
                  <a:lnTo>
                    <a:pt x="3876" y="725"/>
                  </a:lnTo>
                  <a:cubicBezTo>
                    <a:pt x="4065" y="725"/>
                    <a:pt x="4222" y="568"/>
                    <a:pt x="4222" y="347"/>
                  </a:cubicBezTo>
                  <a:cubicBezTo>
                    <a:pt x="4222" y="158"/>
                    <a:pt x="4065" y="1"/>
                    <a:pt x="3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g3fa04938a25_0_38"/>
            <p:cNvSpPr/>
            <p:nvPr/>
          </p:nvSpPr>
          <p:spPr>
            <a:xfrm>
              <a:off x="-24536600" y="4132250"/>
              <a:ext cx="70900" cy="17350"/>
            </a:xfrm>
            <a:custGeom>
              <a:rect b="b" l="l" r="r" t="t"/>
              <a:pathLst>
                <a:path extrusionOk="0" h="694" w="2836">
                  <a:moveTo>
                    <a:pt x="0" y="1"/>
                  </a:moveTo>
                  <a:lnTo>
                    <a:pt x="347" y="694"/>
                  </a:lnTo>
                  <a:lnTo>
                    <a:pt x="2489" y="694"/>
                  </a:lnTo>
                  <a:cubicBezTo>
                    <a:pt x="2678" y="694"/>
                    <a:pt x="2836" y="536"/>
                    <a:pt x="2836" y="347"/>
                  </a:cubicBezTo>
                  <a:cubicBezTo>
                    <a:pt x="2836" y="158"/>
                    <a:pt x="2678" y="1"/>
                    <a:pt x="2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g3fa04938a25_0_38"/>
            <p:cNvSpPr/>
            <p:nvPr/>
          </p:nvSpPr>
          <p:spPr>
            <a:xfrm>
              <a:off x="-24709100" y="3963700"/>
              <a:ext cx="208750" cy="221350"/>
            </a:xfrm>
            <a:custGeom>
              <a:rect b="b" l="l" r="r" t="t"/>
              <a:pathLst>
                <a:path extrusionOk="0" h="8854" w="8350">
                  <a:moveTo>
                    <a:pt x="4884" y="1"/>
                  </a:moveTo>
                  <a:cubicBezTo>
                    <a:pt x="2931" y="473"/>
                    <a:pt x="1419" y="2237"/>
                    <a:pt x="1419" y="4380"/>
                  </a:cubicBezTo>
                  <a:lnTo>
                    <a:pt x="1419" y="8192"/>
                  </a:lnTo>
                  <a:lnTo>
                    <a:pt x="410" y="8192"/>
                  </a:lnTo>
                  <a:cubicBezTo>
                    <a:pt x="389" y="8189"/>
                    <a:pt x="368" y="8188"/>
                    <a:pt x="347" y="8188"/>
                  </a:cubicBezTo>
                  <a:cubicBezTo>
                    <a:pt x="132" y="8188"/>
                    <a:pt x="1" y="8334"/>
                    <a:pt x="1" y="8507"/>
                  </a:cubicBezTo>
                  <a:cubicBezTo>
                    <a:pt x="1" y="8696"/>
                    <a:pt x="158" y="8853"/>
                    <a:pt x="347" y="8853"/>
                  </a:cubicBezTo>
                  <a:lnTo>
                    <a:pt x="8003" y="8853"/>
                  </a:lnTo>
                  <a:cubicBezTo>
                    <a:pt x="8192" y="8853"/>
                    <a:pt x="8350" y="8696"/>
                    <a:pt x="8350" y="8507"/>
                  </a:cubicBezTo>
                  <a:cubicBezTo>
                    <a:pt x="8350" y="8318"/>
                    <a:pt x="8192" y="8160"/>
                    <a:pt x="8003" y="8160"/>
                  </a:cubicBezTo>
                  <a:lnTo>
                    <a:pt x="6806" y="8160"/>
                  </a:lnTo>
                  <a:lnTo>
                    <a:pt x="6239" y="6963"/>
                  </a:lnTo>
                  <a:cubicBezTo>
                    <a:pt x="6207" y="6869"/>
                    <a:pt x="6018" y="6774"/>
                    <a:pt x="5924" y="6774"/>
                  </a:cubicBezTo>
                  <a:lnTo>
                    <a:pt x="4191" y="6774"/>
                  </a:lnTo>
                  <a:lnTo>
                    <a:pt x="4191" y="3655"/>
                  </a:lnTo>
                  <a:cubicBezTo>
                    <a:pt x="4191" y="3435"/>
                    <a:pt x="4254" y="3245"/>
                    <a:pt x="4380" y="3088"/>
                  </a:cubicBezTo>
                  <a:cubicBezTo>
                    <a:pt x="4254" y="2836"/>
                    <a:pt x="4191" y="2552"/>
                    <a:pt x="4191" y="2300"/>
                  </a:cubicBezTo>
                  <a:cubicBezTo>
                    <a:pt x="4191" y="1733"/>
                    <a:pt x="4443" y="1229"/>
                    <a:pt x="4884" y="914"/>
                  </a:cubicBezTo>
                  <a:lnTo>
                    <a:pt x="48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2" name="Google Shape;432;g3fa04938a25_0_38"/>
          <p:cNvGrpSpPr/>
          <p:nvPr/>
        </p:nvGrpSpPr>
        <p:grpSpPr>
          <a:xfrm>
            <a:off x="6920201" y="3061349"/>
            <a:ext cx="239302" cy="351880"/>
            <a:chOff x="-22788075" y="3904625"/>
            <a:chExt cx="200875" cy="295375"/>
          </a:xfrm>
        </p:grpSpPr>
        <p:sp>
          <p:nvSpPr>
            <p:cNvPr id="433" name="Google Shape;433;g3fa04938a25_0_38"/>
            <p:cNvSpPr/>
            <p:nvPr/>
          </p:nvSpPr>
          <p:spPr>
            <a:xfrm>
              <a:off x="-22775475" y="4165325"/>
              <a:ext cx="65400" cy="34675"/>
            </a:xfrm>
            <a:custGeom>
              <a:rect b="b" l="l" r="r" t="t"/>
              <a:pathLst>
                <a:path extrusionOk="0" h="1387" w="2616">
                  <a:moveTo>
                    <a:pt x="32" y="1"/>
                  </a:moveTo>
                  <a:cubicBezTo>
                    <a:pt x="1" y="883"/>
                    <a:pt x="631" y="1387"/>
                    <a:pt x="1292" y="1387"/>
                  </a:cubicBezTo>
                  <a:cubicBezTo>
                    <a:pt x="1985" y="1387"/>
                    <a:pt x="2615" y="851"/>
                    <a:pt x="25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g3fa04938a25_0_38"/>
            <p:cNvSpPr/>
            <p:nvPr/>
          </p:nvSpPr>
          <p:spPr>
            <a:xfrm>
              <a:off x="-22669150" y="3904725"/>
              <a:ext cx="81950" cy="244100"/>
            </a:xfrm>
            <a:custGeom>
              <a:rect b="b" l="l" r="r" t="t"/>
              <a:pathLst>
                <a:path extrusionOk="0" h="9764" w="3278">
                  <a:moveTo>
                    <a:pt x="1198" y="5541"/>
                  </a:moveTo>
                  <a:cubicBezTo>
                    <a:pt x="1387" y="5604"/>
                    <a:pt x="1544" y="5699"/>
                    <a:pt x="1544" y="5888"/>
                  </a:cubicBezTo>
                  <a:lnTo>
                    <a:pt x="1576" y="6266"/>
                  </a:lnTo>
                  <a:lnTo>
                    <a:pt x="788" y="6266"/>
                  </a:lnTo>
                  <a:lnTo>
                    <a:pt x="788" y="5888"/>
                  </a:lnTo>
                  <a:cubicBezTo>
                    <a:pt x="788" y="5699"/>
                    <a:pt x="946" y="5541"/>
                    <a:pt x="1198" y="5541"/>
                  </a:cubicBezTo>
                  <a:close/>
                  <a:moveTo>
                    <a:pt x="2885" y="0"/>
                  </a:moveTo>
                  <a:cubicBezTo>
                    <a:pt x="2798" y="0"/>
                    <a:pt x="2714" y="40"/>
                    <a:pt x="2647" y="123"/>
                  </a:cubicBezTo>
                  <a:lnTo>
                    <a:pt x="914" y="2202"/>
                  </a:lnTo>
                  <a:cubicBezTo>
                    <a:pt x="883" y="2296"/>
                    <a:pt x="820" y="2360"/>
                    <a:pt x="820" y="2454"/>
                  </a:cubicBezTo>
                  <a:lnTo>
                    <a:pt x="820" y="4974"/>
                  </a:lnTo>
                  <a:cubicBezTo>
                    <a:pt x="442" y="5069"/>
                    <a:pt x="127" y="5478"/>
                    <a:pt x="127" y="5920"/>
                  </a:cubicBezTo>
                  <a:lnTo>
                    <a:pt x="1" y="9763"/>
                  </a:lnTo>
                  <a:lnTo>
                    <a:pt x="2458" y="9763"/>
                  </a:lnTo>
                  <a:lnTo>
                    <a:pt x="2238" y="5857"/>
                  </a:lnTo>
                  <a:cubicBezTo>
                    <a:pt x="2206" y="5447"/>
                    <a:pt x="1923" y="5069"/>
                    <a:pt x="1513" y="4974"/>
                  </a:cubicBezTo>
                  <a:lnTo>
                    <a:pt x="1513" y="2549"/>
                  </a:lnTo>
                  <a:lnTo>
                    <a:pt x="3151" y="595"/>
                  </a:lnTo>
                  <a:cubicBezTo>
                    <a:pt x="3277" y="375"/>
                    <a:pt x="3277" y="186"/>
                    <a:pt x="3120" y="91"/>
                  </a:cubicBezTo>
                  <a:cubicBezTo>
                    <a:pt x="3045" y="32"/>
                    <a:pt x="2964" y="0"/>
                    <a:pt x="28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g3fa04938a25_0_38"/>
            <p:cNvSpPr/>
            <p:nvPr/>
          </p:nvSpPr>
          <p:spPr>
            <a:xfrm>
              <a:off x="-22788075" y="3904625"/>
              <a:ext cx="87450" cy="244200"/>
            </a:xfrm>
            <a:custGeom>
              <a:rect b="b" l="l" r="r" t="t"/>
              <a:pathLst>
                <a:path extrusionOk="0" h="9768" w="3498">
                  <a:moveTo>
                    <a:pt x="1733" y="1355"/>
                  </a:moveTo>
                  <a:cubicBezTo>
                    <a:pt x="1922" y="1355"/>
                    <a:pt x="2080" y="1513"/>
                    <a:pt x="2080" y="1702"/>
                  </a:cubicBezTo>
                  <a:cubicBezTo>
                    <a:pt x="2080" y="1922"/>
                    <a:pt x="1922" y="2048"/>
                    <a:pt x="1733" y="2048"/>
                  </a:cubicBezTo>
                  <a:cubicBezTo>
                    <a:pt x="1544" y="2048"/>
                    <a:pt x="1387" y="1891"/>
                    <a:pt x="1387" y="1702"/>
                  </a:cubicBezTo>
                  <a:cubicBezTo>
                    <a:pt x="1387" y="1513"/>
                    <a:pt x="1544" y="1355"/>
                    <a:pt x="1733" y="1355"/>
                  </a:cubicBezTo>
                  <a:close/>
                  <a:moveTo>
                    <a:pt x="1765" y="5545"/>
                  </a:moveTo>
                  <a:cubicBezTo>
                    <a:pt x="1954" y="5608"/>
                    <a:pt x="2111" y="5703"/>
                    <a:pt x="2111" y="5892"/>
                  </a:cubicBezTo>
                  <a:lnTo>
                    <a:pt x="2174" y="6270"/>
                  </a:lnTo>
                  <a:lnTo>
                    <a:pt x="1387" y="6270"/>
                  </a:lnTo>
                  <a:lnTo>
                    <a:pt x="1387" y="5892"/>
                  </a:lnTo>
                  <a:cubicBezTo>
                    <a:pt x="1387" y="5703"/>
                    <a:pt x="1544" y="5545"/>
                    <a:pt x="1765" y="5545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553"/>
                    <a:pt x="599" y="3277"/>
                    <a:pt x="1387" y="3435"/>
                  </a:cubicBezTo>
                  <a:lnTo>
                    <a:pt x="1387" y="4947"/>
                  </a:lnTo>
                  <a:cubicBezTo>
                    <a:pt x="977" y="5073"/>
                    <a:pt x="662" y="5482"/>
                    <a:pt x="662" y="5892"/>
                  </a:cubicBezTo>
                  <a:lnTo>
                    <a:pt x="536" y="9767"/>
                  </a:lnTo>
                  <a:lnTo>
                    <a:pt x="2993" y="9767"/>
                  </a:lnTo>
                  <a:lnTo>
                    <a:pt x="2804" y="5861"/>
                  </a:lnTo>
                  <a:cubicBezTo>
                    <a:pt x="2741" y="5419"/>
                    <a:pt x="2489" y="5073"/>
                    <a:pt x="2048" y="4947"/>
                  </a:cubicBezTo>
                  <a:lnTo>
                    <a:pt x="2048" y="3435"/>
                  </a:lnTo>
                  <a:cubicBezTo>
                    <a:pt x="2836" y="3277"/>
                    <a:pt x="3435" y="2553"/>
                    <a:pt x="3435" y="1733"/>
                  </a:cubicBezTo>
                  <a:cubicBezTo>
                    <a:pt x="3498" y="757"/>
                    <a:pt x="2710" y="1"/>
                    <a:pt x="1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g3fa04938a25_0_38"/>
            <p:cNvSpPr/>
            <p:nvPr/>
          </p:nvSpPr>
          <p:spPr>
            <a:xfrm>
              <a:off x="-22670725" y="4165325"/>
              <a:ext cx="64625" cy="34675"/>
            </a:xfrm>
            <a:custGeom>
              <a:rect b="b" l="l" r="r" t="t"/>
              <a:pathLst>
                <a:path extrusionOk="0" h="1387" w="2585">
                  <a:moveTo>
                    <a:pt x="32" y="1"/>
                  </a:moveTo>
                  <a:cubicBezTo>
                    <a:pt x="1" y="883"/>
                    <a:pt x="631" y="1387"/>
                    <a:pt x="1292" y="1387"/>
                  </a:cubicBezTo>
                  <a:cubicBezTo>
                    <a:pt x="1954" y="1387"/>
                    <a:pt x="2584" y="851"/>
                    <a:pt x="2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7" name="Google Shape;437;g3fa04938a25_0_38"/>
          <p:cNvSpPr/>
          <p:nvPr/>
        </p:nvSpPr>
        <p:spPr>
          <a:xfrm>
            <a:off x="6863968" y="1295420"/>
            <a:ext cx="351880" cy="350957"/>
          </a:xfrm>
          <a:custGeom>
            <a:rect b="b" l="l" r="r" t="t"/>
            <a:pathLst>
              <a:path extrusionOk="0" h="11784" w="11815">
                <a:moveTo>
                  <a:pt x="6616" y="3434"/>
                </a:moveTo>
                <a:cubicBezTo>
                  <a:pt x="7215" y="3434"/>
                  <a:pt x="7625" y="3907"/>
                  <a:pt x="7625" y="4474"/>
                </a:cubicBezTo>
                <a:lnTo>
                  <a:pt x="7625" y="5514"/>
                </a:lnTo>
                <a:lnTo>
                  <a:pt x="6742" y="5514"/>
                </a:lnTo>
                <a:cubicBezTo>
                  <a:pt x="6648" y="5451"/>
                  <a:pt x="6585" y="5325"/>
                  <a:pt x="6490" y="5262"/>
                </a:cubicBezTo>
                <a:cubicBezTo>
                  <a:pt x="5986" y="4789"/>
                  <a:pt x="5388" y="4411"/>
                  <a:pt x="4695" y="4222"/>
                </a:cubicBezTo>
                <a:lnTo>
                  <a:pt x="4569" y="3434"/>
                </a:lnTo>
                <a:close/>
                <a:moveTo>
                  <a:pt x="3466" y="4884"/>
                </a:moveTo>
                <a:lnTo>
                  <a:pt x="3466" y="5577"/>
                </a:lnTo>
                <a:cubicBezTo>
                  <a:pt x="3056" y="5640"/>
                  <a:pt x="2678" y="5797"/>
                  <a:pt x="2363" y="6018"/>
                </a:cubicBezTo>
                <a:lnTo>
                  <a:pt x="1891" y="5577"/>
                </a:lnTo>
                <a:cubicBezTo>
                  <a:pt x="2332" y="5199"/>
                  <a:pt x="2867" y="4978"/>
                  <a:pt x="3466" y="4884"/>
                </a:cubicBezTo>
                <a:close/>
                <a:moveTo>
                  <a:pt x="4128" y="4852"/>
                </a:moveTo>
                <a:cubicBezTo>
                  <a:pt x="4726" y="4947"/>
                  <a:pt x="5262" y="5167"/>
                  <a:pt x="5703" y="5514"/>
                </a:cubicBezTo>
                <a:lnTo>
                  <a:pt x="5230" y="6049"/>
                </a:lnTo>
                <a:cubicBezTo>
                  <a:pt x="4915" y="5797"/>
                  <a:pt x="4537" y="5640"/>
                  <a:pt x="4128" y="5577"/>
                </a:cubicBezTo>
                <a:lnTo>
                  <a:pt x="4128" y="4852"/>
                </a:lnTo>
                <a:close/>
                <a:moveTo>
                  <a:pt x="1387" y="6049"/>
                </a:moveTo>
                <a:lnTo>
                  <a:pt x="1859" y="6522"/>
                </a:lnTo>
                <a:cubicBezTo>
                  <a:pt x="1607" y="6837"/>
                  <a:pt x="1450" y="7215"/>
                  <a:pt x="1387" y="7625"/>
                </a:cubicBezTo>
                <a:lnTo>
                  <a:pt x="662" y="7625"/>
                </a:lnTo>
                <a:cubicBezTo>
                  <a:pt x="788" y="7026"/>
                  <a:pt x="1009" y="6459"/>
                  <a:pt x="1387" y="6049"/>
                </a:cubicBezTo>
                <a:close/>
                <a:moveTo>
                  <a:pt x="6175" y="6049"/>
                </a:moveTo>
                <a:cubicBezTo>
                  <a:pt x="6553" y="6459"/>
                  <a:pt x="6774" y="7026"/>
                  <a:pt x="6837" y="7625"/>
                </a:cubicBezTo>
                <a:lnTo>
                  <a:pt x="6175" y="7625"/>
                </a:lnTo>
                <a:cubicBezTo>
                  <a:pt x="6112" y="7215"/>
                  <a:pt x="5955" y="6837"/>
                  <a:pt x="5703" y="6522"/>
                </a:cubicBezTo>
                <a:lnTo>
                  <a:pt x="6175" y="6049"/>
                </a:lnTo>
                <a:close/>
                <a:moveTo>
                  <a:pt x="1418" y="8318"/>
                </a:moveTo>
                <a:cubicBezTo>
                  <a:pt x="1481" y="8727"/>
                  <a:pt x="1670" y="9105"/>
                  <a:pt x="1891" y="9420"/>
                </a:cubicBezTo>
                <a:lnTo>
                  <a:pt x="1418" y="9893"/>
                </a:lnTo>
                <a:cubicBezTo>
                  <a:pt x="1009" y="9452"/>
                  <a:pt x="788" y="8916"/>
                  <a:pt x="693" y="8318"/>
                </a:cubicBezTo>
                <a:close/>
                <a:moveTo>
                  <a:pt x="6931" y="8318"/>
                </a:moveTo>
                <a:cubicBezTo>
                  <a:pt x="6805" y="8916"/>
                  <a:pt x="6585" y="9452"/>
                  <a:pt x="6207" y="9893"/>
                </a:cubicBezTo>
                <a:lnTo>
                  <a:pt x="5766" y="9420"/>
                </a:lnTo>
                <a:cubicBezTo>
                  <a:pt x="5986" y="9105"/>
                  <a:pt x="6144" y="8727"/>
                  <a:pt x="6207" y="8318"/>
                </a:cubicBezTo>
                <a:close/>
                <a:moveTo>
                  <a:pt x="2363" y="9893"/>
                </a:moveTo>
                <a:cubicBezTo>
                  <a:pt x="2678" y="10145"/>
                  <a:pt x="3056" y="10303"/>
                  <a:pt x="3466" y="10366"/>
                </a:cubicBezTo>
                <a:lnTo>
                  <a:pt x="3466" y="11027"/>
                </a:lnTo>
                <a:cubicBezTo>
                  <a:pt x="2867" y="10964"/>
                  <a:pt x="2332" y="10712"/>
                  <a:pt x="1891" y="10366"/>
                </a:cubicBezTo>
                <a:lnTo>
                  <a:pt x="2363" y="9893"/>
                </a:lnTo>
                <a:close/>
                <a:moveTo>
                  <a:pt x="5230" y="9861"/>
                </a:moveTo>
                <a:lnTo>
                  <a:pt x="5703" y="10334"/>
                </a:lnTo>
                <a:cubicBezTo>
                  <a:pt x="5262" y="10744"/>
                  <a:pt x="4726" y="10996"/>
                  <a:pt x="4128" y="11027"/>
                </a:cubicBezTo>
                <a:lnTo>
                  <a:pt x="4128" y="10334"/>
                </a:lnTo>
                <a:cubicBezTo>
                  <a:pt x="4537" y="10240"/>
                  <a:pt x="4915" y="10082"/>
                  <a:pt x="5230" y="9861"/>
                </a:cubicBezTo>
                <a:close/>
                <a:moveTo>
                  <a:pt x="9326" y="10366"/>
                </a:moveTo>
                <a:cubicBezTo>
                  <a:pt x="9546" y="10366"/>
                  <a:pt x="9704" y="10523"/>
                  <a:pt x="9704" y="10712"/>
                </a:cubicBezTo>
                <a:cubicBezTo>
                  <a:pt x="9672" y="10933"/>
                  <a:pt x="9546" y="11090"/>
                  <a:pt x="9326" y="11090"/>
                </a:cubicBezTo>
                <a:cubicBezTo>
                  <a:pt x="9137" y="11090"/>
                  <a:pt x="8979" y="10933"/>
                  <a:pt x="8979" y="10712"/>
                </a:cubicBezTo>
                <a:cubicBezTo>
                  <a:pt x="8979" y="10523"/>
                  <a:pt x="9137" y="10366"/>
                  <a:pt x="9326" y="10366"/>
                </a:cubicBezTo>
                <a:close/>
                <a:moveTo>
                  <a:pt x="1103" y="0"/>
                </a:moveTo>
                <a:cubicBezTo>
                  <a:pt x="504" y="0"/>
                  <a:pt x="63" y="473"/>
                  <a:pt x="63" y="1040"/>
                </a:cubicBezTo>
                <a:cubicBezTo>
                  <a:pt x="63" y="1576"/>
                  <a:pt x="536" y="2048"/>
                  <a:pt x="1103" y="2048"/>
                </a:cubicBezTo>
                <a:cubicBezTo>
                  <a:pt x="2048" y="2048"/>
                  <a:pt x="2363" y="2836"/>
                  <a:pt x="2489" y="3497"/>
                </a:cubicBezTo>
                <a:lnTo>
                  <a:pt x="2584" y="4348"/>
                </a:lnTo>
                <a:cubicBezTo>
                  <a:pt x="1072" y="4852"/>
                  <a:pt x="0" y="6301"/>
                  <a:pt x="0" y="7971"/>
                </a:cubicBezTo>
                <a:cubicBezTo>
                  <a:pt x="0" y="10050"/>
                  <a:pt x="1702" y="11783"/>
                  <a:pt x="3812" y="11783"/>
                </a:cubicBezTo>
                <a:cubicBezTo>
                  <a:pt x="5797" y="11783"/>
                  <a:pt x="7436" y="10240"/>
                  <a:pt x="7593" y="8318"/>
                </a:cubicBezTo>
                <a:lnTo>
                  <a:pt x="9011" y="8318"/>
                </a:lnTo>
                <a:lnTo>
                  <a:pt x="9011" y="9767"/>
                </a:lnTo>
                <a:cubicBezTo>
                  <a:pt x="8633" y="9924"/>
                  <a:pt x="8318" y="10271"/>
                  <a:pt x="8318" y="10744"/>
                </a:cubicBezTo>
                <a:cubicBezTo>
                  <a:pt x="8318" y="11342"/>
                  <a:pt x="8790" y="11783"/>
                  <a:pt x="9326" y="11783"/>
                </a:cubicBezTo>
                <a:cubicBezTo>
                  <a:pt x="9767" y="11783"/>
                  <a:pt x="10145" y="11500"/>
                  <a:pt x="10302" y="11059"/>
                </a:cubicBezTo>
                <a:lnTo>
                  <a:pt x="11468" y="11059"/>
                </a:lnTo>
                <a:cubicBezTo>
                  <a:pt x="11657" y="11059"/>
                  <a:pt x="11815" y="10901"/>
                  <a:pt x="11815" y="10712"/>
                </a:cubicBezTo>
                <a:cubicBezTo>
                  <a:pt x="11815" y="10555"/>
                  <a:pt x="11657" y="10397"/>
                  <a:pt x="11468" y="10397"/>
                </a:cubicBezTo>
                <a:lnTo>
                  <a:pt x="10302" y="10397"/>
                </a:lnTo>
                <a:cubicBezTo>
                  <a:pt x="10208" y="10145"/>
                  <a:pt x="9956" y="9893"/>
                  <a:pt x="9672" y="9767"/>
                </a:cubicBezTo>
                <a:lnTo>
                  <a:pt x="9672" y="8318"/>
                </a:lnTo>
                <a:lnTo>
                  <a:pt x="10744" y="8318"/>
                </a:lnTo>
                <a:cubicBezTo>
                  <a:pt x="10933" y="8318"/>
                  <a:pt x="11122" y="8160"/>
                  <a:pt x="11122" y="7971"/>
                </a:cubicBezTo>
                <a:cubicBezTo>
                  <a:pt x="11122" y="7782"/>
                  <a:pt x="10933" y="7593"/>
                  <a:pt x="10744" y="7593"/>
                </a:cubicBezTo>
                <a:lnTo>
                  <a:pt x="10397" y="7593"/>
                </a:lnTo>
                <a:lnTo>
                  <a:pt x="10397" y="7247"/>
                </a:lnTo>
                <a:cubicBezTo>
                  <a:pt x="10397" y="6301"/>
                  <a:pt x="9609" y="5514"/>
                  <a:pt x="8664" y="5514"/>
                </a:cubicBezTo>
                <a:lnTo>
                  <a:pt x="8318" y="5514"/>
                </a:lnTo>
                <a:lnTo>
                  <a:pt x="8318" y="4506"/>
                </a:lnTo>
                <a:cubicBezTo>
                  <a:pt x="8318" y="3560"/>
                  <a:pt x="7530" y="2773"/>
                  <a:pt x="6585" y="2773"/>
                </a:cubicBezTo>
                <a:lnTo>
                  <a:pt x="4411" y="2773"/>
                </a:lnTo>
                <a:cubicBezTo>
                  <a:pt x="3970" y="1040"/>
                  <a:pt x="2741" y="0"/>
                  <a:pt x="11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fa04938a25_0_38"/>
          <p:cNvSpPr/>
          <p:nvPr/>
        </p:nvSpPr>
        <p:spPr>
          <a:xfrm>
            <a:off x="1923790" y="3116361"/>
            <a:ext cx="352833" cy="241864"/>
          </a:xfrm>
          <a:custGeom>
            <a:rect b="b" l="l" r="r" t="t"/>
            <a:pathLst>
              <a:path extrusionOk="0" h="8121" w="11847">
                <a:moveTo>
                  <a:pt x="5640" y="1221"/>
                </a:moveTo>
                <a:lnTo>
                  <a:pt x="5640" y="1914"/>
                </a:lnTo>
                <a:lnTo>
                  <a:pt x="4916" y="1914"/>
                </a:lnTo>
                <a:lnTo>
                  <a:pt x="4916" y="1568"/>
                </a:lnTo>
                <a:cubicBezTo>
                  <a:pt x="4916" y="1379"/>
                  <a:pt x="5073" y="1221"/>
                  <a:pt x="5294" y="1221"/>
                </a:cubicBezTo>
                <a:close/>
                <a:moveTo>
                  <a:pt x="8066" y="1253"/>
                </a:moveTo>
                <a:cubicBezTo>
                  <a:pt x="8287" y="1253"/>
                  <a:pt x="8444" y="1410"/>
                  <a:pt x="8444" y="1599"/>
                </a:cubicBezTo>
                <a:lnTo>
                  <a:pt x="8444" y="1946"/>
                </a:lnTo>
                <a:lnTo>
                  <a:pt x="7720" y="1946"/>
                </a:lnTo>
                <a:lnTo>
                  <a:pt x="7720" y="1253"/>
                </a:lnTo>
                <a:close/>
                <a:moveTo>
                  <a:pt x="7027" y="1253"/>
                </a:moveTo>
                <a:lnTo>
                  <a:pt x="7027" y="1977"/>
                </a:lnTo>
                <a:lnTo>
                  <a:pt x="6302" y="1977"/>
                </a:lnTo>
                <a:lnTo>
                  <a:pt x="6302" y="1253"/>
                </a:lnTo>
                <a:close/>
                <a:moveTo>
                  <a:pt x="8098" y="3994"/>
                </a:moveTo>
                <a:lnTo>
                  <a:pt x="6648" y="4844"/>
                </a:lnTo>
                <a:lnTo>
                  <a:pt x="5199" y="3994"/>
                </a:lnTo>
                <a:close/>
                <a:moveTo>
                  <a:pt x="6648" y="5663"/>
                </a:moveTo>
                <a:lnTo>
                  <a:pt x="8665" y="6797"/>
                </a:lnTo>
                <a:lnTo>
                  <a:pt x="4664" y="6797"/>
                </a:lnTo>
                <a:lnTo>
                  <a:pt x="6648" y="5663"/>
                </a:lnTo>
                <a:close/>
                <a:moveTo>
                  <a:pt x="3183" y="6766"/>
                </a:moveTo>
                <a:cubicBezTo>
                  <a:pt x="3372" y="6766"/>
                  <a:pt x="3561" y="6924"/>
                  <a:pt x="3561" y="7113"/>
                </a:cubicBezTo>
                <a:cubicBezTo>
                  <a:pt x="3561" y="7333"/>
                  <a:pt x="3372" y="7491"/>
                  <a:pt x="3183" y="7491"/>
                </a:cubicBezTo>
                <a:cubicBezTo>
                  <a:pt x="2994" y="7491"/>
                  <a:pt x="2836" y="7333"/>
                  <a:pt x="2836" y="7113"/>
                </a:cubicBezTo>
                <a:cubicBezTo>
                  <a:pt x="2836" y="6924"/>
                  <a:pt x="2994" y="6766"/>
                  <a:pt x="3183" y="6766"/>
                </a:cubicBezTo>
                <a:close/>
                <a:moveTo>
                  <a:pt x="10114" y="6797"/>
                </a:moveTo>
                <a:cubicBezTo>
                  <a:pt x="10303" y="6797"/>
                  <a:pt x="10461" y="6955"/>
                  <a:pt x="10461" y="7144"/>
                </a:cubicBezTo>
                <a:cubicBezTo>
                  <a:pt x="10461" y="7365"/>
                  <a:pt x="10303" y="7522"/>
                  <a:pt x="10114" y="7522"/>
                </a:cubicBezTo>
                <a:cubicBezTo>
                  <a:pt x="9925" y="7522"/>
                  <a:pt x="9767" y="7365"/>
                  <a:pt x="9767" y="7144"/>
                </a:cubicBezTo>
                <a:cubicBezTo>
                  <a:pt x="9767" y="6955"/>
                  <a:pt x="9925" y="6797"/>
                  <a:pt x="10114" y="6797"/>
                </a:cubicBezTo>
                <a:close/>
                <a:moveTo>
                  <a:pt x="1123" y="0"/>
                </a:moveTo>
                <a:cubicBezTo>
                  <a:pt x="859" y="0"/>
                  <a:pt x="600" y="103"/>
                  <a:pt x="411" y="308"/>
                </a:cubicBezTo>
                <a:cubicBezTo>
                  <a:pt x="1" y="686"/>
                  <a:pt x="1" y="1379"/>
                  <a:pt x="411" y="1757"/>
                </a:cubicBezTo>
                <a:lnTo>
                  <a:pt x="2017" y="3426"/>
                </a:lnTo>
                <a:cubicBezTo>
                  <a:pt x="2395" y="3805"/>
                  <a:pt x="2931" y="4025"/>
                  <a:pt x="3466" y="4025"/>
                </a:cubicBezTo>
                <a:lnTo>
                  <a:pt x="3782" y="4025"/>
                </a:lnTo>
                <a:lnTo>
                  <a:pt x="5955" y="5222"/>
                </a:lnTo>
                <a:lnTo>
                  <a:pt x="3908" y="6388"/>
                </a:lnTo>
                <a:cubicBezTo>
                  <a:pt x="3719" y="6167"/>
                  <a:pt x="3466" y="6073"/>
                  <a:pt x="3151" y="6073"/>
                </a:cubicBezTo>
                <a:cubicBezTo>
                  <a:pt x="2553" y="6073"/>
                  <a:pt x="2143" y="6545"/>
                  <a:pt x="2143" y="7081"/>
                </a:cubicBezTo>
                <a:cubicBezTo>
                  <a:pt x="2143" y="7680"/>
                  <a:pt x="2584" y="8121"/>
                  <a:pt x="3151" y="8121"/>
                </a:cubicBezTo>
                <a:cubicBezTo>
                  <a:pt x="3593" y="8121"/>
                  <a:pt x="3971" y="7837"/>
                  <a:pt x="4128" y="7396"/>
                </a:cubicBezTo>
                <a:lnTo>
                  <a:pt x="9137" y="7396"/>
                </a:lnTo>
                <a:cubicBezTo>
                  <a:pt x="9295" y="7806"/>
                  <a:pt x="9641" y="8121"/>
                  <a:pt x="10114" y="8121"/>
                </a:cubicBezTo>
                <a:cubicBezTo>
                  <a:pt x="10713" y="8121"/>
                  <a:pt x="11154" y="7648"/>
                  <a:pt x="11154" y="7081"/>
                </a:cubicBezTo>
                <a:cubicBezTo>
                  <a:pt x="11154" y="6482"/>
                  <a:pt x="10681" y="6073"/>
                  <a:pt x="10114" y="6073"/>
                </a:cubicBezTo>
                <a:cubicBezTo>
                  <a:pt x="9862" y="6073"/>
                  <a:pt x="9578" y="6167"/>
                  <a:pt x="9358" y="6388"/>
                </a:cubicBezTo>
                <a:lnTo>
                  <a:pt x="7310" y="5222"/>
                </a:lnTo>
                <a:lnTo>
                  <a:pt x="9484" y="4025"/>
                </a:lnTo>
                <a:lnTo>
                  <a:pt x="10839" y="4025"/>
                </a:lnTo>
                <a:cubicBezTo>
                  <a:pt x="11437" y="4025"/>
                  <a:pt x="11847" y="3552"/>
                  <a:pt x="11847" y="2985"/>
                </a:cubicBezTo>
                <a:cubicBezTo>
                  <a:pt x="11847" y="2387"/>
                  <a:pt x="11374" y="1946"/>
                  <a:pt x="10839" y="1946"/>
                </a:cubicBezTo>
                <a:lnTo>
                  <a:pt x="9074" y="1946"/>
                </a:lnTo>
                <a:lnTo>
                  <a:pt x="9074" y="1599"/>
                </a:lnTo>
                <a:cubicBezTo>
                  <a:pt x="9074" y="1032"/>
                  <a:pt x="8602" y="591"/>
                  <a:pt x="8035" y="591"/>
                </a:cubicBezTo>
                <a:lnTo>
                  <a:pt x="5294" y="591"/>
                </a:lnTo>
                <a:cubicBezTo>
                  <a:pt x="4695" y="591"/>
                  <a:pt x="4254" y="1064"/>
                  <a:pt x="4254" y="1599"/>
                </a:cubicBezTo>
                <a:lnTo>
                  <a:pt x="4254" y="1946"/>
                </a:lnTo>
                <a:lnTo>
                  <a:pt x="4097" y="1946"/>
                </a:lnTo>
                <a:cubicBezTo>
                  <a:pt x="3750" y="1946"/>
                  <a:pt x="3372" y="1820"/>
                  <a:pt x="3120" y="1568"/>
                </a:cubicBezTo>
                <a:lnTo>
                  <a:pt x="1860" y="308"/>
                </a:lnTo>
                <a:cubicBezTo>
                  <a:pt x="1655" y="103"/>
                  <a:pt x="1387" y="0"/>
                  <a:pt x="1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9" name="Google Shape;439;g3fa04938a25_0_38"/>
          <p:cNvGrpSpPr/>
          <p:nvPr/>
        </p:nvGrpSpPr>
        <p:grpSpPr>
          <a:xfrm>
            <a:off x="4396044" y="1294503"/>
            <a:ext cx="351880" cy="352803"/>
            <a:chOff x="-23244900" y="3888100"/>
            <a:chExt cx="295375" cy="296150"/>
          </a:xfrm>
        </p:grpSpPr>
        <p:sp>
          <p:nvSpPr>
            <p:cNvPr id="440" name="Google Shape;440;g3fa04938a25_0_38"/>
            <p:cNvSpPr/>
            <p:nvPr/>
          </p:nvSpPr>
          <p:spPr>
            <a:xfrm>
              <a:off x="-23106275" y="3958975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0" y="0"/>
                  </a:moveTo>
                  <a:lnTo>
                    <a:pt x="0" y="694"/>
                  </a:lnTo>
                  <a:lnTo>
                    <a:pt x="725" y="694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g3fa04938a25_0_38"/>
            <p:cNvSpPr/>
            <p:nvPr/>
          </p:nvSpPr>
          <p:spPr>
            <a:xfrm>
              <a:off x="-23106275" y="3992850"/>
              <a:ext cx="18150" cy="18125"/>
            </a:xfrm>
            <a:custGeom>
              <a:rect b="b" l="l" r="r" t="t"/>
              <a:pathLst>
                <a:path extrusionOk="0" h="725" w="726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g3fa04938a25_0_38"/>
            <p:cNvSpPr/>
            <p:nvPr/>
          </p:nvSpPr>
          <p:spPr>
            <a:xfrm>
              <a:off x="-23106275" y="4062950"/>
              <a:ext cx="18150" cy="34675"/>
            </a:xfrm>
            <a:custGeom>
              <a:rect b="b" l="l" r="r" t="t"/>
              <a:pathLst>
                <a:path extrusionOk="0" h="1387" w="726">
                  <a:moveTo>
                    <a:pt x="0" y="0"/>
                  </a:moveTo>
                  <a:lnTo>
                    <a:pt x="0" y="1040"/>
                  </a:lnTo>
                  <a:cubicBezTo>
                    <a:pt x="0" y="1229"/>
                    <a:pt x="158" y="1386"/>
                    <a:pt x="379" y="1386"/>
                  </a:cubicBezTo>
                  <a:cubicBezTo>
                    <a:pt x="568" y="1386"/>
                    <a:pt x="725" y="1229"/>
                    <a:pt x="725" y="1040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g3fa04938a25_0_38"/>
            <p:cNvSpPr/>
            <p:nvPr/>
          </p:nvSpPr>
          <p:spPr>
            <a:xfrm>
              <a:off x="-23070825" y="3940850"/>
              <a:ext cx="52775" cy="26825"/>
            </a:xfrm>
            <a:custGeom>
              <a:rect b="b" l="l" r="r" t="t"/>
              <a:pathLst>
                <a:path extrusionOk="0" h="1073" w="2111">
                  <a:moveTo>
                    <a:pt x="0" y="1"/>
                  </a:moveTo>
                  <a:lnTo>
                    <a:pt x="0" y="725"/>
                  </a:lnTo>
                  <a:lnTo>
                    <a:pt x="1040" y="725"/>
                  </a:lnTo>
                  <a:cubicBezTo>
                    <a:pt x="1386" y="725"/>
                    <a:pt x="1701" y="883"/>
                    <a:pt x="1985" y="1072"/>
                  </a:cubicBezTo>
                  <a:cubicBezTo>
                    <a:pt x="2048" y="946"/>
                    <a:pt x="2111" y="851"/>
                    <a:pt x="2111" y="725"/>
                  </a:cubicBezTo>
                  <a:cubicBezTo>
                    <a:pt x="2111" y="316"/>
                    <a:pt x="1764" y="1"/>
                    <a:pt x="13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g3fa04938a25_0_38"/>
            <p:cNvSpPr/>
            <p:nvPr/>
          </p:nvSpPr>
          <p:spPr>
            <a:xfrm>
              <a:off x="-23106275" y="3923525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694"/>
                  </a:lnTo>
                  <a:lnTo>
                    <a:pt x="725" y="694"/>
                  </a:lnTo>
                  <a:lnTo>
                    <a:pt x="725" y="347"/>
                  </a:ln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g3fa04938a25_0_38"/>
            <p:cNvSpPr/>
            <p:nvPr/>
          </p:nvSpPr>
          <p:spPr>
            <a:xfrm>
              <a:off x="-23106275" y="4027500"/>
              <a:ext cx="18150" cy="18125"/>
            </a:xfrm>
            <a:custGeom>
              <a:rect b="b" l="l" r="r" t="t"/>
              <a:pathLst>
                <a:path extrusionOk="0" h="725" w="726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g3fa04938a25_0_38"/>
            <p:cNvSpPr/>
            <p:nvPr/>
          </p:nvSpPr>
          <p:spPr>
            <a:xfrm>
              <a:off x="-23244900" y="3888100"/>
              <a:ext cx="295375" cy="296150"/>
            </a:xfrm>
            <a:custGeom>
              <a:rect b="b" l="l" r="r" t="t"/>
              <a:pathLst>
                <a:path extrusionOk="0" h="11846" w="11815">
                  <a:moveTo>
                    <a:pt x="5892" y="725"/>
                  </a:moveTo>
                  <a:cubicBezTo>
                    <a:pt x="6333" y="725"/>
                    <a:pt x="6743" y="1008"/>
                    <a:pt x="6900" y="1449"/>
                  </a:cubicBezTo>
                  <a:lnTo>
                    <a:pt x="8349" y="1449"/>
                  </a:lnTo>
                  <a:cubicBezTo>
                    <a:pt x="9106" y="1449"/>
                    <a:pt x="9736" y="2079"/>
                    <a:pt x="9736" y="2835"/>
                  </a:cubicBezTo>
                  <a:cubicBezTo>
                    <a:pt x="9736" y="3214"/>
                    <a:pt x="9578" y="3529"/>
                    <a:pt x="9295" y="3812"/>
                  </a:cubicBezTo>
                  <a:cubicBezTo>
                    <a:pt x="9326" y="3938"/>
                    <a:pt x="9358" y="4096"/>
                    <a:pt x="9358" y="4190"/>
                  </a:cubicBezTo>
                  <a:cubicBezTo>
                    <a:pt x="9358" y="4600"/>
                    <a:pt x="9200" y="4915"/>
                    <a:pt x="8948" y="5198"/>
                  </a:cubicBezTo>
                  <a:cubicBezTo>
                    <a:pt x="8980" y="5324"/>
                    <a:pt x="9011" y="5450"/>
                    <a:pt x="9011" y="5576"/>
                  </a:cubicBezTo>
                  <a:cubicBezTo>
                    <a:pt x="9011" y="6333"/>
                    <a:pt x="8381" y="6963"/>
                    <a:pt x="7625" y="6963"/>
                  </a:cubicBezTo>
                  <a:cubicBezTo>
                    <a:pt x="7436" y="6963"/>
                    <a:pt x="7278" y="6805"/>
                    <a:pt x="7278" y="6616"/>
                  </a:cubicBezTo>
                  <a:cubicBezTo>
                    <a:pt x="7278" y="6427"/>
                    <a:pt x="7436" y="6269"/>
                    <a:pt x="7625" y="6269"/>
                  </a:cubicBezTo>
                  <a:cubicBezTo>
                    <a:pt x="8034" y="6269"/>
                    <a:pt x="8349" y="5954"/>
                    <a:pt x="8349" y="5545"/>
                  </a:cubicBezTo>
                  <a:cubicBezTo>
                    <a:pt x="8349" y="5167"/>
                    <a:pt x="8034" y="4852"/>
                    <a:pt x="7625" y="4852"/>
                  </a:cubicBezTo>
                  <a:lnTo>
                    <a:pt x="6932" y="4852"/>
                  </a:lnTo>
                  <a:lnTo>
                    <a:pt x="6932" y="7593"/>
                  </a:lnTo>
                  <a:lnTo>
                    <a:pt x="7940" y="7593"/>
                  </a:lnTo>
                  <a:cubicBezTo>
                    <a:pt x="8538" y="7593"/>
                    <a:pt x="8980" y="8065"/>
                    <a:pt x="8980" y="8632"/>
                  </a:cubicBezTo>
                  <a:cubicBezTo>
                    <a:pt x="8980" y="9105"/>
                    <a:pt x="8664" y="9514"/>
                    <a:pt x="8192" y="9609"/>
                  </a:cubicBezTo>
                  <a:cubicBezTo>
                    <a:pt x="7562" y="9767"/>
                    <a:pt x="7058" y="10145"/>
                    <a:pt x="6680" y="10586"/>
                  </a:cubicBezTo>
                  <a:cubicBezTo>
                    <a:pt x="6459" y="10869"/>
                    <a:pt x="6176" y="11027"/>
                    <a:pt x="5861" y="11027"/>
                  </a:cubicBezTo>
                  <a:cubicBezTo>
                    <a:pt x="5545" y="11027"/>
                    <a:pt x="5230" y="10869"/>
                    <a:pt x="5041" y="10586"/>
                  </a:cubicBezTo>
                  <a:cubicBezTo>
                    <a:pt x="4695" y="10113"/>
                    <a:pt x="4128" y="9767"/>
                    <a:pt x="3529" y="9609"/>
                  </a:cubicBezTo>
                  <a:cubicBezTo>
                    <a:pt x="3057" y="9483"/>
                    <a:pt x="2742" y="9042"/>
                    <a:pt x="2742" y="8569"/>
                  </a:cubicBezTo>
                  <a:cubicBezTo>
                    <a:pt x="2742" y="8002"/>
                    <a:pt x="3214" y="7561"/>
                    <a:pt x="3781" y="7561"/>
                  </a:cubicBezTo>
                  <a:lnTo>
                    <a:pt x="4789" y="7561"/>
                  </a:lnTo>
                  <a:lnTo>
                    <a:pt x="4789" y="4789"/>
                  </a:lnTo>
                  <a:lnTo>
                    <a:pt x="4096" y="4789"/>
                  </a:lnTo>
                  <a:cubicBezTo>
                    <a:pt x="3687" y="4789"/>
                    <a:pt x="3372" y="5104"/>
                    <a:pt x="3372" y="5513"/>
                  </a:cubicBezTo>
                  <a:cubicBezTo>
                    <a:pt x="3372" y="5891"/>
                    <a:pt x="3687" y="6206"/>
                    <a:pt x="4096" y="6206"/>
                  </a:cubicBezTo>
                  <a:cubicBezTo>
                    <a:pt x="4285" y="6206"/>
                    <a:pt x="4443" y="6364"/>
                    <a:pt x="4443" y="6553"/>
                  </a:cubicBezTo>
                  <a:cubicBezTo>
                    <a:pt x="4443" y="6774"/>
                    <a:pt x="4285" y="6931"/>
                    <a:pt x="4096" y="6931"/>
                  </a:cubicBezTo>
                  <a:cubicBezTo>
                    <a:pt x="3340" y="6931"/>
                    <a:pt x="2710" y="6301"/>
                    <a:pt x="2710" y="5545"/>
                  </a:cubicBezTo>
                  <a:cubicBezTo>
                    <a:pt x="2710" y="5387"/>
                    <a:pt x="2742" y="5261"/>
                    <a:pt x="2805" y="5135"/>
                  </a:cubicBezTo>
                  <a:cubicBezTo>
                    <a:pt x="2521" y="4883"/>
                    <a:pt x="2363" y="4568"/>
                    <a:pt x="2363" y="4159"/>
                  </a:cubicBezTo>
                  <a:cubicBezTo>
                    <a:pt x="2363" y="4001"/>
                    <a:pt x="2395" y="3875"/>
                    <a:pt x="2426" y="3781"/>
                  </a:cubicBezTo>
                  <a:cubicBezTo>
                    <a:pt x="2174" y="3497"/>
                    <a:pt x="2017" y="3182"/>
                    <a:pt x="2017" y="2772"/>
                  </a:cubicBezTo>
                  <a:cubicBezTo>
                    <a:pt x="2080" y="2048"/>
                    <a:pt x="2710" y="1449"/>
                    <a:pt x="3466" y="1449"/>
                  </a:cubicBezTo>
                  <a:lnTo>
                    <a:pt x="4915" y="1449"/>
                  </a:lnTo>
                  <a:cubicBezTo>
                    <a:pt x="5073" y="1040"/>
                    <a:pt x="5419" y="725"/>
                    <a:pt x="5892" y="725"/>
                  </a:cubicBezTo>
                  <a:close/>
                  <a:moveTo>
                    <a:pt x="1009" y="0"/>
                  </a:moveTo>
                  <a:cubicBezTo>
                    <a:pt x="473" y="32"/>
                    <a:pt x="1" y="504"/>
                    <a:pt x="1" y="1040"/>
                  </a:cubicBezTo>
                  <a:lnTo>
                    <a:pt x="1" y="10838"/>
                  </a:lnTo>
                  <a:cubicBezTo>
                    <a:pt x="1" y="11405"/>
                    <a:pt x="473" y="11846"/>
                    <a:pt x="1009" y="11846"/>
                  </a:cubicBezTo>
                  <a:lnTo>
                    <a:pt x="10807" y="11846"/>
                  </a:lnTo>
                  <a:cubicBezTo>
                    <a:pt x="11374" y="11846"/>
                    <a:pt x="11815" y="11373"/>
                    <a:pt x="11815" y="10775"/>
                  </a:cubicBezTo>
                  <a:lnTo>
                    <a:pt x="11815" y="1071"/>
                  </a:lnTo>
                  <a:cubicBezTo>
                    <a:pt x="11815" y="504"/>
                    <a:pt x="11342" y="32"/>
                    <a:pt x="10807" y="32"/>
                  </a:cubicBezTo>
                  <a:lnTo>
                    <a:pt x="10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g3fa04938a25_0_38"/>
            <p:cNvSpPr/>
            <p:nvPr/>
          </p:nvSpPr>
          <p:spPr>
            <a:xfrm>
              <a:off x="-23070825" y="3975525"/>
              <a:ext cx="43325" cy="26800"/>
            </a:xfrm>
            <a:custGeom>
              <a:rect b="b" l="l" r="r" t="t"/>
              <a:pathLst>
                <a:path extrusionOk="0" h="1072" w="1733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cubicBezTo>
                    <a:pt x="748" y="722"/>
                    <a:pt x="772" y="721"/>
                    <a:pt x="795" y="721"/>
                  </a:cubicBezTo>
                  <a:cubicBezTo>
                    <a:pt x="1086" y="721"/>
                    <a:pt x="1374" y="896"/>
                    <a:pt x="1607" y="1071"/>
                  </a:cubicBezTo>
                  <a:cubicBezTo>
                    <a:pt x="1701" y="945"/>
                    <a:pt x="1733" y="819"/>
                    <a:pt x="1733" y="725"/>
                  </a:cubicBezTo>
                  <a:cubicBezTo>
                    <a:pt x="1733" y="315"/>
                    <a:pt x="1418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3fa04938a25_0_38"/>
            <p:cNvSpPr/>
            <p:nvPr/>
          </p:nvSpPr>
          <p:spPr>
            <a:xfrm>
              <a:off x="-23158250" y="4097600"/>
              <a:ext cx="121300" cy="52000"/>
            </a:xfrm>
            <a:custGeom>
              <a:rect b="b" l="l" r="r" t="t"/>
              <a:pathLst>
                <a:path extrusionOk="0" h="2080" w="4852">
                  <a:moveTo>
                    <a:pt x="315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662"/>
                    <a:pt x="284" y="693"/>
                  </a:cubicBezTo>
                  <a:cubicBezTo>
                    <a:pt x="1008" y="914"/>
                    <a:pt x="1701" y="1355"/>
                    <a:pt x="2174" y="1922"/>
                  </a:cubicBezTo>
                  <a:cubicBezTo>
                    <a:pt x="2205" y="2017"/>
                    <a:pt x="2269" y="2080"/>
                    <a:pt x="2426" y="2080"/>
                  </a:cubicBezTo>
                  <a:cubicBezTo>
                    <a:pt x="2584" y="2080"/>
                    <a:pt x="2678" y="2017"/>
                    <a:pt x="2710" y="1922"/>
                  </a:cubicBezTo>
                  <a:cubicBezTo>
                    <a:pt x="3151" y="1355"/>
                    <a:pt x="3812" y="882"/>
                    <a:pt x="4568" y="662"/>
                  </a:cubicBezTo>
                  <a:cubicBezTo>
                    <a:pt x="4726" y="630"/>
                    <a:pt x="4852" y="504"/>
                    <a:pt x="4852" y="347"/>
                  </a:cubicBezTo>
                  <a:cubicBezTo>
                    <a:pt x="4852" y="158"/>
                    <a:pt x="4694" y="0"/>
                    <a:pt x="4474" y="0"/>
                  </a:cubicBezTo>
                  <a:lnTo>
                    <a:pt x="3371" y="0"/>
                  </a:lnTo>
                  <a:cubicBezTo>
                    <a:pt x="3214" y="410"/>
                    <a:pt x="2867" y="725"/>
                    <a:pt x="2395" y="725"/>
                  </a:cubicBezTo>
                  <a:cubicBezTo>
                    <a:pt x="1922" y="725"/>
                    <a:pt x="1575" y="441"/>
                    <a:pt x="14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3fa04938a25_0_38"/>
            <p:cNvSpPr/>
            <p:nvPr/>
          </p:nvSpPr>
          <p:spPr>
            <a:xfrm>
              <a:off x="-23176375" y="3940850"/>
              <a:ext cx="52800" cy="26825"/>
            </a:xfrm>
            <a:custGeom>
              <a:rect b="b" l="l" r="r" t="t"/>
              <a:pathLst>
                <a:path extrusionOk="0" h="1073" w="2112">
                  <a:moveTo>
                    <a:pt x="725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851"/>
                    <a:pt x="64" y="978"/>
                    <a:pt x="127" y="1072"/>
                  </a:cubicBezTo>
                  <a:cubicBezTo>
                    <a:pt x="410" y="883"/>
                    <a:pt x="725" y="725"/>
                    <a:pt x="1072" y="725"/>
                  </a:cubicBezTo>
                  <a:lnTo>
                    <a:pt x="2111" y="725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3fa04938a25_0_38"/>
            <p:cNvSpPr/>
            <p:nvPr/>
          </p:nvSpPr>
          <p:spPr>
            <a:xfrm>
              <a:off x="-23166125" y="3976300"/>
              <a:ext cx="44125" cy="26800"/>
            </a:xfrm>
            <a:custGeom>
              <a:rect b="b" l="l" r="r" t="t"/>
              <a:pathLst>
                <a:path extrusionOk="0" h="1072" w="1765">
                  <a:moveTo>
                    <a:pt x="693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851"/>
                    <a:pt x="32" y="1009"/>
                    <a:pt x="126" y="1072"/>
                  </a:cubicBezTo>
                  <a:cubicBezTo>
                    <a:pt x="347" y="820"/>
                    <a:pt x="693" y="725"/>
                    <a:pt x="1071" y="725"/>
                  </a:cubicBezTo>
                  <a:lnTo>
                    <a:pt x="1764" y="725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1" name="Google Shape;451;g3fa04938a25_0_38"/>
          <p:cNvGrpSpPr/>
          <p:nvPr/>
        </p:nvGrpSpPr>
        <p:grpSpPr>
          <a:xfrm>
            <a:off x="4440752" y="3061328"/>
            <a:ext cx="315307" cy="351910"/>
            <a:chOff x="-23962425" y="3519475"/>
            <a:chExt cx="264675" cy="295400"/>
          </a:xfrm>
        </p:grpSpPr>
        <p:sp>
          <p:nvSpPr>
            <p:cNvPr id="452" name="Google Shape;452;g3fa04938a25_0_38"/>
            <p:cNvSpPr/>
            <p:nvPr/>
          </p:nvSpPr>
          <p:spPr>
            <a:xfrm>
              <a:off x="-23961625" y="3580925"/>
              <a:ext cx="263875" cy="233950"/>
            </a:xfrm>
            <a:custGeom>
              <a:rect b="b" l="l" r="r" t="t"/>
              <a:pathLst>
                <a:path extrusionOk="0" h="9358" w="10555">
                  <a:moveTo>
                    <a:pt x="1701" y="3119"/>
                  </a:moveTo>
                  <a:cubicBezTo>
                    <a:pt x="1890" y="3119"/>
                    <a:pt x="2048" y="3277"/>
                    <a:pt x="2048" y="3466"/>
                  </a:cubicBezTo>
                  <a:lnTo>
                    <a:pt x="2048" y="4159"/>
                  </a:lnTo>
                  <a:cubicBezTo>
                    <a:pt x="2048" y="4379"/>
                    <a:pt x="2205" y="4537"/>
                    <a:pt x="2394" y="4537"/>
                  </a:cubicBezTo>
                  <a:lnTo>
                    <a:pt x="3119" y="4537"/>
                  </a:lnTo>
                  <a:cubicBezTo>
                    <a:pt x="3308" y="4537"/>
                    <a:pt x="3466" y="4663"/>
                    <a:pt x="3466" y="4883"/>
                  </a:cubicBezTo>
                  <a:cubicBezTo>
                    <a:pt x="3466" y="5072"/>
                    <a:pt x="3308" y="5230"/>
                    <a:pt x="3119" y="5230"/>
                  </a:cubicBezTo>
                  <a:lnTo>
                    <a:pt x="2394" y="5230"/>
                  </a:lnTo>
                  <a:cubicBezTo>
                    <a:pt x="1796" y="5198"/>
                    <a:pt x="1323" y="4726"/>
                    <a:pt x="1323" y="4159"/>
                  </a:cubicBezTo>
                  <a:lnTo>
                    <a:pt x="1323" y="3466"/>
                  </a:lnTo>
                  <a:cubicBezTo>
                    <a:pt x="1323" y="3277"/>
                    <a:pt x="1512" y="3119"/>
                    <a:pt x="1701" y="3119"/>
                  </a:cubicBezTo>
                  <a:close/>
                  <a:moveTo>
                    <a:pt x="3781" y="6585"/>
                  </a:moveTo>
                  <a:lnTo>
                    <a:pt x="3781" y="6931"/>
                  </a:lnTo>
                  <a:cubicBezTo>
                    <a:pt x="3781" y="7120"/>
                    <a:pt x="3623" y="7278"/>
                    <a:pt x="3434" y="7278"/>
                  </a:cubicBezTo>
                  <a:cubicBezTo>
                    <a:pt x="3214" y="7278"/>
                    <a:pt x="3056" y="7120"/>
                    <a:pt x="3056" y="6931"/>
                  </a:cubicBezTo>
                  <a:lnTo>
                    <a:pt x="3056" y="6585"/>
                  </a:lnTo>
                  <a:close/>
                  <a:moveTo>
                    <a:pt x="6900" y="0"/>
                  </a:moveTo>
                  <a:cubicBezTo>
                    <a:pt x="5986" y="0"/>
                    <a:pt x="5293" y="693"/>
                    <a:pt x="5293" y="1607"/>
                  </a:cubicBezTo>
                  <a:cubicBezTo>
                    <a:pt x="5293" y="2363"/>
                    <a:pt x="5765" y="2741"/>
                    <a:pt x="6238" y="3182"/>
                  </a:cubicBezTo>
                  <a:lnTo>
                    <a:pt x="7561" y="4379"/>
                  </a:lnTo>
                  <a:lnTo>
                    <a:pt x="7561" y="7624"/>
                  </a:lnTo>
                  <a:cubicBezTo>
                    <a:pt x="7561" y="8223"/>
                    <a:pt x="7089" y="8664"/>
                    <a:pt x="6553" y="8664"/>
                  </a:cubicBezTo>
                  <a:lnTo>
                    <a:pt x="4820" y="8664"/>
                  </a:lnTo>
                  <a:cubicBezTo>
                    <a:pt x="4348" y="8664"/>
                    <a:pt x="3938" y="8349"/>
                    <a:pt x="3812" y="7876"/>
                  </a:cubicBezTo>
                  <a:cubicBezTo>
                    <a:pt x="4222" y="7719"/>
                    <a:pt x="4505" y="7372"/>
                    <a:pt x="4505" y="6931"/>
                  </a:cubicBezTo>
                  <a:lnTo>
                    <a:pt x="4505" y="6585"/>
                  </a:lnTo>
                  <a:lnTo>
                    <a:pt x="5198" y="6585"/>
                  </a:lnTo>
                  <a:cubicBezTo>
                    <a:pt x="6144" y="6585"/>
                    <a:pt x="6931" y="5797"/>
                    <a:pt x="6931" y="4852"/>
                  </a:cubicBezTo>
                  <a:lnTo>
                    <a:pt x="6931" y="4631"/>
                  </a:lnTo>
                  <a:lnTo>
                    <a:pt x="5829" y="3686"/>
                  </a:lnTo>
                  <a:cubicBezTo>
                    <a:pt x="5671" y="3529"/>
                    <a:pt x="5482" y="3371"/>
                    <a:pt x="5293" y="3182"/>
                  </a:cubicBezTo>
                  <a:cubicBezTo>
                    <a:pt x="4568" y="3151"/>
                    <a:pt x="3875" y="2899"/>
                    <a:pt x="3182" y="2332"/>
                  </a:cubicBezTo>
                  <a:cubicBezTo>
                    <a:pt x="2720" y="1911"/>
                    <a:pt x="1880" y="1701"/>
                    <a:pt x="1091" y="1701"/>
                  </a:cubicBezTo>
                  <a:cubicBezTo>
                    <a:pt x="697" y="1701"/>
                    <a:pt x="315" y="1754"/>
                    <a:pt x="0" y="1859"/>
                  </a:cubicBezTo>
                  <a:lnTo>
                    <a:pt x="0" y="4883"/>
                  </a:lnTo>
                  <a:cubicBezTo>
                    <a:pt x="0" y="5829"/>
                    <a:pt x="788" y="6616"/>
                    <a:pt x="1733" y="6616"/>
                  </a:cubicBezTo>
                  <a:lnTo>
                    <a:pt x="2457" y="6616"/>
                  </a:lnTo>
                  <a:lnTo>
                    <a:pt x="2457" y="6963"/>
                  </a:lnTo>
                  <a:cubicBezTo>
                    <a:pt x="2394" y="7404"/>
                    <a:pt x="2678" y="7782"/>
                    <a:pt x="3119" y="7908"/>
                  </a:cubicBezTo>
                  <a:cubicBezTo>
                    <a:pt x="3277" y="8727"/>
                    <a:pt x="3970" y="9357"/>
                    <a:pt x="4820" y="9357"/>
                  </a:cubicBezTo>
                  <a:lnTo>
                    <a:pt x="6553" y="9357"/>
                  </a:lnTo>
                  <a:cubicBezTo>
                    <a:pt x="7498" y="9357"/>
                    <a:pt x="8286" y="8569"/>
                    <a:pt x="8286" y="7624"/>
                  </a:cubicBezTo>
                  <a:lnTo>
                    <a:pt x="8286" y="4379"/>
                  </a:lnTo>
                  <a:cubicBezTo>
                    <a:pt x="9294" y="3497"/>
                    <a:pt x="9546" y="3277"/>
                    <a:pt x="9546" y="3277"/>
                  </a:cubicBezTo>
                  <a:cubicBezTo>
                    <a:pt x="9987" y="2867"/>
                    <a:pt x="10554" y="2395"/>
                    <a:pt x="10554" y="1607"/>
                  </a:cubicBezTo>
                  <a:cubicBezTo>
                    <a:pt x="10554" y="693"/>
                    <a:pt x="9830" y="0"/>
                    <a:pt x="8948" y="0"/>
                  </a:cubicBezTo>
                  <a:cubicBezTo>
                    <a:pt x="8538" y="0"/>
                    <a:pt x="8191" y="126"/>
                    <a:pt x="7908" y="347"/>
                  </a:cubicBezTo>
                  <a:cubicBezTo>
                    <a:pt x="7656" y="95"/>
                    <a:pt x="7278" y="0"/>
                    <a:pt x="69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g3fa04938a25_0_38"/>
            <p:cNvSpPr/>
            <p:nvPr/>
          </p:nvSpPr>
          <p:spPr>
            <a:xfrm>
              <a:off x="-23962425" y="3519475"/>
              <a:ext cx="158350" cy="122125"/>
            </a:xfrm>
            <a:custGeom>
              <a:rect b="b" l="l" r="r" t="t"/>
              <a:pathLst>
                <a:path extrusionOk="0" h="4885" w="6334">
                  <a:moveTo>
                    <a:pt x="3844" y="631"/>
                  </a:moveTo>
                  <a:cubicBezTo>
                    <a:pt x="4065" y="631"/>
                    <a:pt x="4222" y="788"/>
                    <a:pt x="4222" y="1009"/>
                  </a:cubicBezTo>
                  <a:lnTo>
                    <a:pt x="4222" y="1387"/>
                  </a:lnTo>
                  <a:lnTo>
                    <a:pt x="2773" y="1387"/>
                  </a:lnTo>
                  <a:lnTo>
                    <a:pt x="2773" y="1009"/>
                  </a:lnTo>
                  <a:cubicBezTo>
                    <a:pt x="2773" y="788"/>
                    <a:pt x="2931" y="631"/>
                    <a:pt x="3151" y="631"/>
                  </a:cubicBezTo>
                  <a:close/>
                  <a:moveTo>
                    <a:pt x="3088" y="1"/>
                  </a:moveTo>
                  <a:cubicBezTo>
                    <a:pt x="2521" y="1"/>
                    <a:pt x="2080" y="473"/>
                    <a:pt x="2080" y="1040"/>
                  </a:cubicBezTo>
                  <a:lnTo>
                    <a:pt x="2080" y="1419"/>
                  </a:lnTo>
                  <a:lnTo>
                    <a:pt x="1733" y="1419"/>
                  </a:lnTo>
                  <a:cubicBezTo>
                    <a:pt x="788" y="1419"/>
                    <a:pt x="1" y="2206"/>
                    <a:pt x="1" y="3151"/>
                  </a:cubicBezTo>
                  <a:lnTo>
                    <a:pt x="1" y="3592"/>
                  </a:lnTo>
                  <a:cubicBezTo>
                    <a:pt x="332" y="3503"/>
                    <a:pt x="705" y="3459"/>
                    <a:pt x="1087" y="3459"/>
                  </a:cubicBezTo>
                  <a:cubicBezTo>
                    <a:pt x="2048" y="3459"/>
                    <a:pt x="3069" y="3736"/>
                    <a:pt x="3655" y="4254"/>
                  </a:cubicBezTo>
                  <a:cubicBezTo>
                    <a:pt x="4002" y="4569"/>
                    <a:pt x="4411" y="4758"/>
                    <a:pt x="4789" y="4884"/>
                  </a:cubicBezTo>
                  <a:cubicBezTo>
                    <a:pt x="4726" y="4664"/>
                    <a:pt x="4632" y="4380"/>
                    <a:pt x="4632" y="4096"/>
                  </a:cubicBezTo>
                  <a:cubicBezTo>
                    <a:pt x="4632" y="2994"/>
                    <a:pt x="5356" y="2112"/>
                    <a:pt x="6333" y="1860"/>
                  </a:cubicBezTo>
                  <a:cubicBezTo>
                    <a:pt x="6018" y="1576"/>
                    <a:pt x="5608" y="1419"/>
                    <a:pt x="5199" y="1419"/>
                  </a:cubicBezTo>
                  <a:lnTo>
                    <a:pt x="4821" y="1419"/>
                  </a:lnTo>
                  <a:lnTo>
                    <a:pt x="4821" y="1040"/>
                  </a:lnTo>
                  <a:cubicBezTo>
                    <a:pt x="4821" y="442"/>
                    <a:pt x="4348" y="1"/>
                    <a:pt x="38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g3fa04938a25_0_30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18002" r="15349" t="0"/>
          <a:stretch/>
        </p:blipFill>
        <p:spPr>
          <a:xfrm flipH="1">
            <a:off x="5869107" y="539500"/>
            <a:ext cx="3831000" cy="3831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59" name="Google Shape;459;g3fa04938a25_0_30"/>
          <p:cNvSpPr txBox="1"/>
          <p:nvPr>
            <p:ph type="title"/>
          </p:nvPr>
        </p:nvSpPr>
        <p:spPr>
          <a:xfrm flipH="1">
            <a:off x="730050" y="2448100"/>
            <a:ext cx="4453800" cy="15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Solución </a:t>
            </a:r>
            <a:endParaRPr/>
          </a:p>
        </p:txBody>
      </p:sp>
      <p:sp>
        <p:nvSpPr>
          <p:cNvPr id="460" name="Google Shape;460;g3fa04938a25_0_30"/>
          <p:cNvSpPr txBox="1"/>
          <p:nvPr>
            <p:ph idx="2" type="title"/>
          </p:nvPr>
        </p:nvSpPr>
        <p:spPr>
          <a:xfrm flipH="1">
            <a:off x="833707" y="539500"/>
            <a:ext cx="1580100" cy="1908600"/>
          </a:xfrm>
          <a:prstGeom prst="rect">
            <a:avLst/>
          </a:prstGeom>
          <a:solidFill>
            <a:srgbClr val="ADBFFC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61" name="Google Shape;461;g3fa04938a25_0_30"/>
          <p:cNvSpPr txBox="1"/>
          <p:nvPr>
            <p:ph idx="1" type="subTitle"/>
          </p:nvPr>
        </p:nvSpPr>
        <p:spPr>
          <a:xfrm flipH="1">
            <a:off x="730050" y="4109900"/>
            <a:ext cx="44538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Propuesta RedSangre y objetivos SMART</a:t>
            </a:r>
            <a:endParaRPr/>
          </a:p>
        </p:txBody>
      </p:sp>
      <p:sp>
        <p:nvSpPr>
          <p:cNvPr id="462" name="Google Shape;462;g3fa04938a25_0_30"/>
          <p:cNvSpPr/>
          <p:nvPr/>
        </p:nvSpPr>
        <p:spPr>
          <a:xfrm rot="10800000">
            <a:off x="5789431" y="464180"/>
            <a:ext cx="1987225" cy="3985446"/>
          </a:xfrm>
          <a:custGeom>
            <a:rect b="b" l="l" r="r" t="t"/>
            <a:pathLst>
              <a:path extrusionOk="0" h="6534" w="3258">
                <a:moveTo>
                  <a:pt x="13" y="6534"/>
                </a:moveTo>
                <a:lnTo>
                  <a:pt x="0" y="6231"/>
                </a:lnTo>
                <a:cubicBezTo>
                  <a:pt x="919" y="6194"/>
                  <a:pt x="1685" y="5861"/>
                  <a:pt x="2218" y="5263"/>
                </a:cubicBezTo>
                <a:cubicBezTo>
                  <a:pt x="2692" y="4730"/>
                  <a:pt x="2955" y="4022"/>
                  <a:pt x="2955" y="3268"/>
                </a:cubicBezTo>
                <a:cubicBezTo>
                  <a:pt x="2955" y="2514"/>
                  <a:pt x="2692" y="1807"/>
                  <a:pt x="2218" y="1274"/>
                </a:cubicBezTo>
                <a:cubicBezTo>
                  <a:pt x="1685" y="676"/>
                  <a:pt x="919" y="340"/>
                  <a:pt x="0" y="304"/>
                </a:cubicBezTo>
                <a:lnTo>
                  <a:pt x="13" y="0"/>
                </a:lnTo>
                <a:cubicBezTo>
                  <a:pt x="1016" y="39"/>
                  <a:pt x="1856" y="410"/>
                  <a:pt x="2446" y="1070"/>
                </a:cubicBezTo>
                <a:cubicBezTo>
                  <a:pt x="2970" y="1657"/>
                  <a:pt x="3258" y="2438"/>
                  <a:pt x="3258" y="3266"/>
                </a:cubicBezTo>
                <a:cubicBezTo>
                  <a:pt x="3258" y="4095"/>
                  <a:pt x="2970" y="4875"/>
                  <a:pt x="2443" y="5462"/>
                </a:cubicBezTo>
                <a:cubicBezTo>
                  <a:pt x="1856" y="6125"/>
                  <a:pt x="1016" y="6495"/>
                  <a:pt x="13" y="6534"/>
                </a:cubicBezTo>
                <a:close/>
              </a:path>
            </a:pathLst>
          </a:custGeom>
          <a:solidFill>
            <a:srgbClr val="FFFFFF">
              <a:alpha val="51370"/>
            </a:srgbClr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031" l="23613" r="16983" t="0"/>
          <a:stretch/>
        </p:blipFill>
        <p:spPr>
          <a:xfrm>
            <a:off x="5516225" y="66450"/>
            <a:ext cx="4465800" cy="45081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68" name="Google Shape;468;p5"/>
          <p:cNvSpPr/>
          <p:nvPr/>
        </p:nvSpPr>
        <p:spPr>
          <a:xfrm>
            <a:off x="7880568" y="427967"/>
            <a:ext cx="1898078" cy="3806643"/>
          </a:xfrm>
          <a:custGeom>
            <a:rect b="b" l="l" r="r" t="t"/>
            <a:pathLst>
              <a:path extrusionOk="0" h="6534" w="3258">
                <a:moveTo>
                  <a:pt x="13" y="6534"/>
                </a:moveTo>
                <a:lnTo>
                  <a:pt x="0" y="6231"/>
                </a:lnTo>
                <a:cubicBezTo>
                  <a:pt x="919" y="6194"/>
                  <a:pt x="1685" y="5861"/>
                  <a:pt x="2218" y="5263"/>
                </a:cubicBezTo>
                <a:cubicBezTo>
                  <a:pt x="2692" y="4730"/>
                  <a:pt x="2955" y="4022"/>
                  <a:pt x="2955" y="3268"/>
                </a:cubicBezTo>
                <a:cubicBezTo>
                  <a:pt x="2955" y="2514"/>
                  <a:pt x="2692" y="1807"/>
                  <a:pt x="2218" y="1274"/>
                </a:cubicBezTo>
                <a:cubicBezTo>
                  <a:pt x="1685" y="676"/>
                  <a:pt x="919" y="340"/>
                  <a:pt x="0" y="304"/>
                </a:cubicBezTo>
                <a:lnTo>
                  <a:pt x="13" y="0"/>
                </a:lnTo>
                <a:cubicBezTo>
                  <a:pt x="1016" y="39"/>
                  <a:pt x="1856" y="410"/>
                  <a:pt x="2446" y="1070"/>
                </a:cubicBezTo>
                <a:cubicBezTo>
                  <a:pt x="2970" y="1657"/>
                  <a:pt x="3258" y="2438"/>
                  <a:pt x="3258" y="3266"/>
                </a:cubicBezTo>
                <a:cubicBezTo>
                  <a:pt x="3258" y="4095"/>
                  <a:pt x="2970" y="4875"/>
                  <a:pt x="2443" y="5462"/>
                </a:cubicBezTo>
                <a:cubicBezTo>
                  <a:pt x="1856" y="6125"/>
                  <a:pt x="1016" y="6495"/>
                  <a:pt x="13" y="6534"/>
                </a:cubicBezTo>
                <a:close/>
              </a:path>
            </a:pathLst>
          </a:custGeom>
          <a:solidFill>
            <a:srgbClr val="748AD1">
              <a:alpha val="50196"/>
            </a:srgbClr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5"/>
          <p:cNvSpPr/>
          <p:nvPr/>
        </p:nvSpPr>
        <p:spPr>
          <a:xfrm rot="10800000">
            <a:off x="5341547" y="-106954"/>
            <a:ext cx="2430387" cy="4876471"/>
          </a:xfrm>
          <a:custGeom>
            <a:rect b="b" l="l" r="r" t="t"/>
            <a:pathLst>
              <a:path extrusionOk="0" h="6537" w="3258">
                <a:moveTo>
                  <a:pt x="13" y="6537"/>
                </a:moveTo>
                <a:lnTo>
                  <a:pt x="0" y="6233"/>
                </a:lnTo>
                <a:cubicBezTo>
                  <a:pt x="918" y="6197"/>
                  <a:pt x="1685" y="5863"/>
                  <a:pt x="2218" y="5265"/>
                </a:cubicBezTo>
                <a:cubicBezTo>
                  <a:pt x="2692" y="4732"/>
                  <a:pt x="2954" y="4023"/>
                  <a:pt x="2954" y="3270"/>
                </a:cubicBezTo>
                <a:cubicBezTo>
                  <a:pt x="2954" y="2516"/>
                  <a:pt x="2692" y="1808"/>
                  <a:pt x="2218" y="1275"/>
                </a:cubicBezTo>
                <a:cubicBezTo>
                  <a:pt x="1685" y="676"/>
                  <a:pt x="918" y="340"/>
                  <a:pt x="0" y="303"/>
                </a:cubicBezTo>
                <a:lnTo>
                  <a:pt x="13" y="0"/>
                </a:lnTo>
                <a:cubicBezTo>
                  <a:pt x="1016" y="39"/>
                  <a:pt x="1856" y="409"/>
                  <a:pt x="2445" y="1070"/>
                </a:cubicBezTo>
                <a:cubicBezTo>
                  <a:pt x="2969" y="1657"/>
                  <a:pt x="3258" y="2439"/>
                  <a:pt x="3258" y="3266"/>
                </a:cubicBezTo>
                <a:cubicBezTo>
                  <a:pt x="3258" y="4096"/>
                  <a:pt x="2969" y="4875"/>
                  <a:pt x="2443" y="5462"/>
                </a:cubicBezTo>
                <a:cubicBezTo>
                  <a:pt x="1854" y="6127"/>
                  <a:pt x="1014" y="6495"/>
                  <a:pt x="13" y="6537"/>
                </a:cubicBezTo>
                <a:close/>
              </a:path>
            </a:pathLst>
          </a:custGeom>
          <a:solidFill>
            <a:srgbClr val="354A8B">
              <a:alpha val="50196"/>
            </a:srgbClr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"/>
          <p:cNvSpPr txBox="1"/>
          <p:nvPr>
            <p:ph type="title"/>
          </p:nvPr>
        </p:nvSpPr>
        <p:spPr>
          <a:xfrm>
            <a:off x="514750" y="2183750"/>
            <a:ext cx="4628400" cy="14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6500"/>
              <a:t>RedSangre</a:t>
            </a:r>
            <a:endParaRPr sz="6500"/>
          </a:p>
        </p:txBody>
      </p:sp>
      <p:sp>
        <p:nvSpPr>
          <p:cNvPr id="471" name="Google Shape;471;p5"/>
          <p:cNvSpPr txBox="1"/>
          <p:nvPr>
            <p:ph idx="1" type="subTitle"/>
          </p:nvPr>
        </p:nvSpPr>
        <p:spPr>
          <a:xfrm>
            <a:off x="713225" y="3594600"/>
            <a:ext cx="46284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</a:t>
            </a:r>
            <a:r>
              <a:rPr lang="en"/>
              <a:t>usca transformar un proceso manual y disperso en una gestión centralizada, rápida y trazable de donantes.</a:t>
            </a:r>
            <a:endParaRPr/>
          </a:p>
        </p:txBody>
      </p:sp>
      <p:pic>
        <p:nvPicPr>
          <p:cNvPr id="472" name="Google Shape;47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8200" y="1256675"/>
            <a:ext cx="1307649" cy="1261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a04938a25_0_280"/>
          <p:cNvSpPr txBox="1"/>
          <p:nvPr>
            <p:ph idx="1" type="subTitle"/>
          </p:nvPr>
        </p:nvSpPr>
        <p:spPr>
          <a:xfrm>
            <a:off x="2349476" y="224727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Recolectar información útil del donante con su conocimiento y autorización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g3fa04938a25_0_280"/>
          <p:cNvSpPr txBox="1"/>
          <p:nvPr>
            <p:ph idx="4" type="subTitle"/>
          </p:nvPr>
        </p:nvSpPr>
        <p:spPr>
          <a:xfrm>
            <a:off x="4819326" y="224727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Poder controlar el acceso a la aplicación, creación y eliminación de usuarios</a:t>
            </a:r>
            <a:endParaRPr/>
          </a:p>
        </p:txBody>
      </p:sp>
      <p:sp>
        <p:nvSpPr>
          <p:cNvPr id="479" name="Google Shape;479;g3fa04938a25_0_280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Historias </a:t>
            </a:r>
            <a:r>
              <a:rPr lang="en">
                <a:latin typeface="Be Vietnam Pro"/>
                <a:ea typeface="Be Vietnam Pro"/>
                <a:cs typeface="Be Vietnam Pro"/>
                <a:sym typeface="Be Vietnam Pro"/>
              </a:rPr>
              <a:t> de usuario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480" name="Google Shape;480;g3fa04938a25_0_280"/>
          <p:cNvSpPr txBox="1"/>
          <p:nvPr>
            <p:ph idx="2" type="subTitle"/>
          </p:nvPr>
        </p:nvSpPr>
        <p:spPr>
          <a:xfrm>
            <a:off x="1112600" y="395940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Poder encontrar a los donantes necesarios a tiempo</a:t>
            </a:r>
            <a:endParaRPr/>
          </a:p>
        </p:txBody>
      </p:sp>
      <p:sp>
        <p:nvSpPr>
          <p:cNvPr id="481" name="Google Shape;481;g3fa04938a25_0_280"/>
          <p:cNvSpPr txBox="1"/>
          <p:nvPr>
            <p:ph idx="3" type="subTitle"/>
          </p:nvPr>
        </p:nvSpPr>
        <p:spPr>
          <a:xfrm>
            <a:off x="3582448" y="3959405"/>
            <a:ext cx="1975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Guardar los datos de donantes de tipo raro luego de examinar la sangre</a:t>
            </a:r>
            <a:endParaRPr/>
          </a:p>
        </p:txBody>
      </p:sp>
      <p:sp>
        <p:nvSpPr>
          <p:cNvPr id="482" name="Google Shape;482;g3fa04938a25_0_280"/>
          <p:cNvSpPr txBox="1"/>
          <p:nvPr>
            <p:ph idx="5" type="subTitle"/>
          </p:nvPr>
        </p:nvSpPr>
        <p:spPr>
          <a:xfrm>
            <a:off x="5557650" y="3959400"/>
            <a:ext cx="3036600" cy="9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Acceder a dashboards historicos que me otorguen informacion necesaria para tomar desiciones y contactarme automáticamente con un donante</a:t>
            </a:r>
            <a:endParaRPr/>
          </a:p>
        </p:txBody>
      </p:sp>
      <p:sp>
        <p:nvSpPr>
          <p:cNvPr id="483" name="Google Shape;483;g3fa04938a25_0_280"/>
          <p:cNvSpPr txBox="1"/>
          <p:nvPr>
            <p:ph idx="6" type="subTitle"/>
          </p:nvPr>
        </p:nvSpPr>
        <p:spPr>
          <a:xfrm>
            <a:off x="2280975" y="1799700"/>
            <a:ext cx="2118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TENS</a:t>
            </a:r>
            <a:endParaRPr/>
          </a:p>
        </p:txBody>
      </p:sp>
      <p:sp>
        <p:nvSpPr>
          <p:cNvPr id="484" name="Google Shape;484;g3fa04938a25_0_280"/>
          <p:cNvSpPr txBox="1"/>
          <p:nvPr>
            <p:ph idx="7" type="subTitle"/>
          </p:nvPr>
        </p:nvSpPr>
        <p:spPr>
          <a:xfrm>
            <a:off x="4640725" y="1799700"/>
            <a:ext cx="24684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Administrador</a:t>
            </a:r>
            <a:endParaRPr/>
          </a:p>
        </p:txBody>
      </p:sp>
      <p:sp>
        <p:nvSpPr>
          <p:cNvPr id="485" name="Google Shape;485;g3fa04938a25_0_280"/>
          <p:cNvSpPr txBox="1"/>
          <p:nvPr>
            <p:ph idx="8" type="subTitle"/>
          </p:nvPr>
        </p:nvSpPr>
        <p:spPr>
          <a:xfrm>
            <a:off x="971000" y="3510625"/>
            <a:ext cx="2187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Coordinador</a:t>
            </a:r>
            <a:endParaRPr/>
          </a:p>
        </p:txBody>
      </p:sp>
      <p:sp>
        <p:nvSpPr>
          <p:cNvPr id="486" name="Google Shape;486;g3fa04938a25_0_280"/>
          <p:cNvSpPr txBox="1"/>
          <p:nvPr>
            <p:ph idx="9" type="subTitle"/>
          </p:nvPr>
        </p:nvSpPr>
        <p:spPr>
          <a:xfrm>
            <a:off x="3580950" y="3510617"/>
            <a:ext cx="1978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TENS</a:t>
            </a:r>
            <a:endParaRPr/>
          </a:p>
        </p:txBody>
      </p:sp>
      <p:sp>
        <p:nvSpPr>
          <p:cNvPr id="487" name="Google Shape;487;g3fa04938a25_0_280"/>
          <p:cNvSpPr txBox="1"/>
          <p:nvPr>
            <p:ph idx="13" type="subTitle"/>
          </p:nvPr>
        </p:nvSpPr>
        <p:spPr>
          <a:xfrm>
            <a:off x="6050800" y="3510617"/>
            <a:ext cx="1978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Médico</a:t>
            </a:r>
            <a:endParaRPr/>
          </a:p>
        </p:txBody>
      </p:sp>
      <p:grpSp>
        <p:nvGrpSpPr>
          <p:cNvPr id="488" name="Google Shape;488;g3fa04938a25_0_280"/>
          <p:cNvGrpSpPr/>
          <p:nvPr/>
        </p:nvGrpSpPr>
        <p:grpSpPr>
          <a:xfrm>
            <a:off x="5630964" y="1371590"/>
            <a:ext cx="351880" cy="351910"/>
            <a:chOff x="-26573400" y="3546250"/>
            <a:chExt cx="295375" cy="295400"/>
          </a:xfrm>
        </p:grpSpPr>
        <p:sp>
          <p:nvSpPr>
            <p:cNvPr id="489" name="Google Shape;489;g3fa04938a25_0_280"/>
            <p:cNvSpPr/>
            <p:nvPr/>
          </p:nvSpPr>
          <p:spPr>
            <a:xfrm>
              <a:off x="-26464700" y="3599225"/>
              <a:ext cx="77200" cy="38425"/>
            </a:xfrm>
            <a:custGeom>
              <a:rect b="b" l="l" r="r" t="t"/>
              <a:pathLst>
                <a:path extrusionOk="0" h="1537" w="3088">
                  <a:moveTo>
                    <a:pt x="1532" y="1"/>
                  </a:moveTo>
                  <a:cubicBezTo>
                    <a:pt x="1001" y="1"/>
                    <a:pt x="473" y="103"/>
                    <a:pt x="0" y="308"/>
                  </a:cubicBezTo>
                  <a:lnTo>
                    <a:pt x="693" y="1537"/>
                  </a:lnTo>
                  <a:cubicBezTo>
                    <a:pt x="946" y="1442"/>
                    <a:pt x="1229" y="1379"/>
                    <a:pt x="1544" y="1379"/>
                  </a:cubicBezTo>
                  <a:cubicBezTo>
                    <a:pt x="1859" y="1379"/>
                    <a:pt x="2143" y="1442"/>
                    <a:pt x="2426" y="1537"/>
                  </a:cubicBezTo>
                  <a:lnTo>
                    <a:pt x="3088" y="308"/>
                  </a:lnTo>
                  <a:cubicBezTo>
                    <a:pt x="2600" y="103"/>
                    <a:pt x="2064" y="1"/>
                    <a:pt x="15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g3fa04938a25_0_280"/>
            <p:cNvSpPr/>
            <p:nvPr/>
          </p:nvSpPr>
          <p:spPr>
            <a:xfrm>
              <a:off x="-26434775" y="36864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1" y="127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27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g3fa04938a25_0_280"/>
            <p:cNvSpPr/>
            <p:nvPr/>
          </p:nvSpPr>
          <p:spPr>
            <a:xfrm>
              <a:off x="-26520625" y="3703775"/>
              <a:ext cx="55950" cy="67775"/>
            </a:xfrm>
            <a:custGeom>
              <a:rect b="b" l="l" r="r" t="t"/>
              <a:pathLst>
                <a:path extrusionOk="0" h="2711" w="2238">
                  <a:moveTo>
                    <a:pt x="1387" y="1"/>
                  </a:moveTo>
                  <a:lnTo>
                    <a:pt x="1" y="32"/>
                  </a:lnTo>
                  <a:cubicBezTo>
                    <a:pt x="127" y="1104"/>
                    <a:pt x="662" y="2080"/>
                    <a:pt x="1544" y="2710"/>
                  </a:cubicBezTo>
                  <a:lnTo>
                    <a:pt x="2237" y="1545"/>
                  </a:lnTo>
                  <a:cubicBezTo>
                    <a:pt x="1765" y="1135"/>
                    <a:pt x="1450" y="600"/>
                    <a:pt x="1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g3fa04938a25_0_280"/>
            <p:cNvSpPr/>
            <p:nvPr/>
          </p:nvSpPr>
          <p:spPr>
            <a:xfrm>
              <a:off x="-26387525" y="3703000"/>
              <a:ext cx="55950" cy="67750"/>
            </a:xfrm>
            <a:custGeom>
              <a:rect b="b" l="l" r="r" t="t"/>
              <a:pathLst>
                <a:path extrusionOk="0" h="2710" w="2238">
                  <a:moveTo>
                    <a:pt x="851" y="0"/>
                  </a:moveTo>
                  <a:cubicBezTo>
                    <a:pt x="757" y="631"/>
                    <a:pt x="473" y="1166"/>
                    <a:pt x="1" y="1544"/>
                  </a:cubicBezTo>
                  <a:lnTo>
                    <a:pt x="694" y="2710"/>
                  </a:lnTo>
                  <a:cubicBezTo>
                    <a:pt x="1576" y="2080"/>
                    <a:pt x="2112" y="1103"/>
                    <a:pt x="2238" y="32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g3fa04938a25_0_280"/>
            <p:cNvSpPr/>
            <p:nvPr/>
          </p:nvSpPr>
          <p:spPr>
            <a:xfrm>
              <a:off x="-26573400" y="3546250"/>
              <a:ext cx="295375" cy="295400"/>
            </a:xfrm>
            <a:custGeom>
              <a:rect b="b" l="l" r="r" t="t"/>
              <a:pathLst>
                <a:path extrusionOk="0" h="11816" w="11815">
                  <a:moveTo>
                    <a:pt x="5876" y="1419"/>
                  </a:moveTo>
                  <a:cubicBezTo>
                    <a:pt x="6632" y="1419"/>
                    <a:pt x="7389" y="1608"/>
                    <a:pt x="8066" y="1986"/>
                  </a:cubicBezTo>
                  <a:cubicBezTo>
                    <a:pt x="8223" y="2049"/>
                    <a:pt x="8286" y="2301"/>
                    <a:pt x="8192" y="2458"/>
                  </a:cubicBezTo>
                  <a:lnTo>
                    <a:pt x="7152" y="4254"/>
                  </a:lnTo>
                  <a:cubicBezTo>
                    <a:pt x="7110" y="4361"/>
                    <a:pt x="6980" y="4439"/>
                    <a:pt x="6852" y="4439"/>
                  </a:cubicBezTo>
                  <a:cubicBezTo>
                    <a:pt x="6791" y="4439"/>
                    <a:pt x="6731" y="4421"/>
                    <a:pt x="6680" y="4380"/>
                  </a:cubicBezTo>
                  <a:cubicBezTo>
                    <a:pt x="6428" y="4238"/>
                    <a:pt x="6136" y="4167"/>
                    <a:pt x="5841" y="4167"/>
                  </a:cubicBezTo>
                  <a:cubicBezTo>
                    <a:pt x="5546" y="4167"/>
                    <a:pt x="5246" y="4238"/>
                    <a:pt x="4978" y="4380"/>
                  </a:cubicBezTo>
                  <a:cubicBezTo>
                    <a:pt x="4929" y="4400"/>
                    <a:pt x="4872" y="4411"/>
                    <a:pt x="4816" y="4411"/>
                  </a:cubicBezTo>
                  <a:cubicBezTo>
                    <a:pt x="4694" y="4411"/>
                    <a:pt x="4570" y="4362"/>
                    <a:pt x="4506" y="4254"/>
                  </a:cubicBezTo>
                  <a:lnTo>
                    <a:pt x="3498" y="2458"/>
                  </a:lnTo>
                  <a:cubicBezTo>
                    <a:pt x="3466" y="2301"/>
                    <a:pt x="3529" y="2080"/>
                    <a:pt x="3687" y="1986"/>
                  </a:cubicBezTo>
                  <a:cubicBezTo>
                    <a:pt x="4364" y="1608"/>
                    <a:pt x="5120" y="1419"/>
                    <a:pt x="5876" y="1419"/>
                  </a:cubicBezTo>
                  <a:close/>
                  <a:moveTo>
                    <a:pt x="5861" y="4916"/>
                  </a:moveTo>
                  <a:cubicBezTo>
                    <a:pt x="6459" y="4916"/>
                    <a:pt x="6869" y="5388"/>
                    <a:pt x="6869" y="5955"/>
                  </a:cubicBezTo>
                  <a:cubicBezTo>
                    <a:pt x="6869" y="6554"/>
                    <a:pt x="6396" y="6964"/>
                    <a:pt x="5861" y="6964"/>
                  </a:cubicBezTo>
                  <a:cubicBezTo>
                    <a:pt x="5294" y="6964"/>
                    <a:pt x="4821" y="6491"/>
                    <a:pt x="4821" y="5955"/>
                  </a:cubicBezTo>
                  <a:cubicBezTo>
                    <a:pt x="4821" y="5357"/>
                    <a:pt x="5294" y="4916"/>
                    <a:pt x="5861" y="4916"/>
                  </a:cubicBezTo>
                  <a:close/>
                  <a:moveTo>
                    <a:pt x="3813" y="5609"/>
                  </a:moveTo>
                  <a:cubicBezTo>
                    <a:pt x="4065" y="5640"/>
                    <a:pt x="4159" y="5735"/>
                    <a:pt x="4159" y="5955"/>
                  </a:cubicBezTo>
                  <a:cubicBezTo>
                    <a:pt x="4159" y="6522"/>
                    <a:pt x="4474" y="7090"/>
                    <a:pt x="5010" y="7405"/>
                  </a:cubicBezTo>
                  <a:cubicBezTo>
                    <a:pt x="5136" y="7531"/>
                    <a:pt x="5230" y="7720"/>
                    <a:pt x="5104" y="7877"/>
                  </a:cubicBezTo>
                  <a:lnTo>
                    <a:pt x="4033" y="9641"/>
                  </a:lnTo>
                  <a:cubicBezTo>
                    <a:pt x="3991" y="9748"/>
                    <a:pt x="3861" y="9826"/>
                    <a:pt x="3733" y="9826"/>
                  </a:cubicBezTo>
                  <a:cubicBezTo>
                    <a:pt x="3672" y="9826"/>
                    <a:pt x="3612" y="9808"/>
                    <a:pt x="3561" y="9767"/>
                  </a:cubicBezTo>
                  <a:cubicBezTo>
                    <a:pt x="2238" y="8948"/>
                    <a:pt x="1418" y="7531"/>
                    <a:pt x="1355" y="5987"/>
                  </a:cubicBezTo>
                  <a:cubicBezTo>
                    <a:pt x="1355" y="5798"/>
                    <a:pt x="1544" y="5640"/>
                    <a:pt x="1733" y="5640"/>
                  </a:cubicBezTo>
                  <a:lnTo>
                    <a:pt x="3813" y="5609"/>
                  </a:lnTo>
                  <a:close/>
                  <a:moveTo>
                    <a:pt x="8003" y="5640"/>
                  </a:moveTo>
                  <a:lnTo>
                    <a:pt x="10082" y="5672"/>
                  </a:lnTo>
                  <a:cubicBezTo>
                    <a:pt x="10271" y="5672"/>
                    <a:pt x="10429" y="5829"/>
                    <a:pt x="10429" y="6018"/>
                  </a:cubicBezTo>
                  <a:cubicBezTo>
                    <a:pt x="10397" y="7562"/>
                    <a:pt x="9547" y="8980"/>
                    <a:pt x="8223" y="9799"/>
                  </a:cubicBezTo>
                  <a:cubicBezTo>
                    <a:pt x="8168" y="9844"/>
                    <a:pt x="8100" y="9865"/>
                    <a:pt x="8033" y="9865"/>
                  </a:cubicBezTo>
                  <a:cubicBezTo>
                    <a:pt x="7911" y="9865"/>
                    <a:pt x="7792" y="9795"/>
                    <a:pt x="7751" y="9673"/>
                  </a:cubicBezTo>
                  <a:lnTo>
                    <a:pt x="6680" y="7909"/>
                  </a:lnTo>
                  <a:cubicBezTo>
                    <a:pt x="6554" y="7751"/>
                    <a:pt x="6648" y="7531"/>
                    <a:pt x="6806" y="7436"/>
                  </a:cubicBezTo>
                  <a:cubicBezTo>
                    <a:pt x="7310" y="7121"/>
                    <a:pt x="7625" y="6585"/>
                    <a:pt x="7625" y="5987"/>
                  </a:cubicBezTo>
                  <a:cubicBezTo>
                    <a:pt x="7625" y="5829"/>
                    <a:pt x="7751" y="5672"/>
                    <a:pt x="8003" y="5640"/>
                  </a:cubicBezTo>
                  <a:close/>
                  <a:moveTo>
                    <a:pt x="5892" y="1"/>
                  </a:moveTo>
                  <a:cubicBezTo>
                    <a:pt x="2616" y="1"/>
                    <a:pt x="1" y="2679"/>
                    <a:pt x="1" y="5924"/>
                  </a:cubicBezTo>
                  <a:cubicBezTo>
                    <a:pt x="1" y="9137"/>
                    <a:pt x="2679" y="11815"/>
                    <a:pt x="5892" y="11815"/>
                  </a:cubicBezTo>
                  <a:cubicBezTo>
                    <a:pt x="9169" y="11815"/>
                    <a:pt x="11815" y="9137"/>
                    <a:pt x="11815" y="5924"/>
                  </a:cubicBezTo>
                  <a:cubicBezTo>
                    <a:pt x="11815" y="2679"/>
                    <a:pt x="9137" y="1"/>
                    <a:pt x="58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4" name="Google Shape;494;g3fa04938a25_0_280"/>
          <p:cNvGrpSpPr/>
          <p:nvPr/>
        </p:nvGrpSpPr>
        <p:grpSpPr>
          <a:xfrm>
            <a:off x="3158786" y="1372772"/>
            <a:ext cx="356556" cy="349557"/>
            <a:chOff x="-22863675" y="3131775"/>
            <a:chExt cx="299300" cy="293425"/>
          </a:xfrm>
        </p:grpSpPr>
        <p:sp>
          <p:nvSpPr>
            <p:cNvPr id="495" name="Google Shape;495;g3fa04938a25_0_280"/>
            <p:cNvSpPr/>
            <p:nvPr/>
          </p:nvSpPr>
          <p:spPr>
            <a:xfrm>
              <a:off x="-22863675" y="3131775"/>
              <a:ext cx="299300" cy="293425"/>
            </a:xfrm>
            <a:custGeom>
              <a:rect b="b" l="l" r="r" t="t"/>
              <a:pathLst>
                <a:path extrusionOk="0" h="11737" w="11972">
                  <a:moveTo>
                    <a:pt x="3214" y="5522"/>
                  </a:moveTo>
                  <a:cubicBezTo>
                    <a:pt x="3403" y="5522"/>
                    <a:pt x="3560" y="5679"/>
                    <a:pt x="3560" y="5868"/>
                  </a:cubicBezTo>
                  <a:cubicBezTo>
                    <a:pt x="3560" y="6057"/>
                    <a:pt x="3403" y="6215"/>
                    <a:pt x="3214" y="6215"/>
                  </a:cubicBezTo>
                  <a:cubicBezTo>
                    <a:pt x="3024" y="6215"/>
                    <a:pt x="2867" y="6057"/>
                    <a:pt x="2867" y="5868"/>
                  </a:cubicBezTo>
                  <a:cubicBezTo>
                    <a:pt x="2867" y="5679"/>
                    <a:pt x="3024" y="5522"/>
                    <a:pt x="3214" y="5522"/>
                  </a:cubicBezTo>
                  <a:close/>
                  <a:moveTo>
                    <a:pt x="5986" y="2749"/>
                  </a:moveTo>
                  <a:cubicBezTo>
                    <a:pt x="6931" y="2749"/>
                    <a:pt x="7719" y="3537"/>
                    <a:pt x="7719" y="4482"/>
                  </a:cubicBezTo>
                  <a:cubicBezTo>
                    <a:pt x="7719" y="5427"/>
                    <a:pt x="6963" y="6215"/>
                    <a:pt x="5986" y="6215"/>
                  </a:cubicBezTo>
                  <a:cubicBezTo>
                    <a:pt x="5041" y="6215"/>
                    <a:pt x="4253" y="5427"/>
                    <a:pt x="4253" y="4482"/>
                  </a:cubicBezTo>
                  <a:cubicBezTo>
                    <a:pt x="4253" y="3537"/>
                    <a:pt x="5041" y="2749"/>
                    <a:pt x="5986" y="2749"/>
                  </a:cubicBezTo>
                  <a:close/>
                  <a:moveTo>
                    <a:pt x="8790" y="5522"/>
                  </a:moveTo>
                  <a:cubicBezTo>
                    <a:pt x="8979" y="5522"/>
                    <a:pt x="9136" y="5679"/>
                    <a:pt x="9136" y="5868"/>
                  </a:cubicBezTo>
                  <a:cubicBezTo>
                    <a:pt x="9136" y="6057"/>
                    <a:pt x="8979" y="6215"/>
                    <a:pt x="8790" y="6215"/>
                  </a:cubicBezTo>
                  <a:cubicBezTo>
                    <a:pt x="8569" y="6215"/>
                    <a:pt x="8412" y="6057"/>
                    <a:pt x="8412" y="5868"/>
                  </a:cubicBezTo>
                  <a:cubicBezTo>
                    <a:pt x="8412" y="5679"/>
                    <a:pt x="8569" y="5522"/>
                    <a:pt x="8790" y="5522"/>
                  </a:cubicBezTo>
                  <a:close/>
                  <a:moveTo>
                    <a:pt x="4600" y="7601"/>
                  </a:moveTo>
                  <a:cubicBezTo>
                    <a:pt x="4789" y="7601"/>
                    <a:pt x="4946" y="7759"/>
                    <a:pt x="4946" y="7948"/>
                  </a:cubicBezTo>
                  <a:cubicBezTo>
                    <a:pt x="4946" y="8168"/>
                    <a:pt x="4789" y="8326"/>
                    <a:pt x="4600" y="8326"/>
                  </a:cubicBezTo>
                  <a:cubicBezTo>
                    <a:pt x="4411" y="8326"/>
                    <a:pt x="4253" y="8168"/>
                    <a:pt x="4253" y="7948"/>
                  </a:cubicBezTo>
                  <a:cubicBezTo>
                    <a:pt x="4253" y="7759"/>
                    <a:pt x="4411" y="7601"/>
                    <a:pt x="4600" y="7601"/>
                  </a:cubicBezTo>
                  <a:close/>
                  <a:moveTo>
                    <a:pt x="6679" y="6939"/>
                  </a:moveTo>
                  <a:cubicBezTo>
                    <a:pt x="7278" y="6939"/>
                    <a:pt x="7719" y="7412"/>
                    <a:pt x="7719" y="7948"/>
                  </a:cubicBezTo>
                  <a:cubicBezTo>
                    <a:pt x="7719" y="8515"/>
                    <a:pt x="7246" y="8987"/>
                    <a:pt x="6679" y="8987"/>
                  </a:cubicBezTo>
                  <a:cubicBezTo>
                    <a:pt x="6080" y="8987"/>
                    <a:pt x="5671" y="8515"/>
                    <a:pt x="5671" y="7948"/>
                  </a:cubicBezTo>
                  <a:cubicBezTo>
                    <a:pt x="5671" y="7412"/>
                    <a:pt x="6143" y="6939"/>
                    <a:pt x="6679" y="6939"/>
                  </a:cubicBezTo>
                  <a:close/>
                  <a:moveTo>
                    <a:pt x="5309" y="1"/>
                  </a:moveTo>
                  <a:cubicBezTo>
                    <a:pt x="5222" y="1"/>
                    <a:pt x="5135" y="24"/>
                    <a:pt x="5072" y="71"/>
                  </a:cubicBezTo>
                  <a:cubicBezTo>
                    <a:pt x="4946" y="197"/>
                    <a:pt x="4946" y="449"/>
                    <a:pt x="5072" y="544"/>
                  </a:cubicBezTo>
                  <a:cubicBezTo>
                    <a:pt x="5356" y="828"/>
                    <a:pt x="5545" y="1080"/>
                    <a:pt x="5639" y="1363"/>
                  </a:cubicBezTo>
                  <a:cubicBezTo>
                    <a:pt x="5356" y="1426"/>
                    <a:pt x="5041" y="1458"/>
                    <a:pt x="4757" y="1552"/>
                  </a:cubicBezTo>
                  <a:cubicBezTo>
                    <a:pt x="4474" y="1017"/>
                    <a:pt x="4096" y="796"/>
                    <a:pt x="3592" y="576"/>
                  </a:cubicBezTo>
                  <a:cubicBezTo>
                    <a:pt x="3552" y="560"/>
                    <a:pt x="3507" y="552"/>
                    <a:pt x="3460" y="552"/>
                  </a:cubicBezTo>
                  <a:cubicBezTo>
                    <a:pt x="3320" y="552"/>
                    <a:pt x="3166" y="623"/>
                    <a:pt x="3119" y="765"/>
                  </a:cubicBezTo>
                  <a:cubicBezTo>
                    <a:pt x="3024" y="922"/>
                    <a:pt x="3119" y="1143"/>
                    <a:pt x="3277" y="1206"/>
                  </a:cubicBezTo>
                  <a:cubicBezTo>
                    <a:pt x="3623" y="1363"/>
                    <a:pt x="3907" y="1552"/>
                    <a:pt x="4064" y="1804"/>
                  </a:cubicBezTo>
                  <a:cubicBezTo>
                    <a:pt x="3781" y="1930"/>
                    <a:pt x="3529" y="2088"/>
                    <a:pt x="3308" y="2245"/>
                  </a:cubicBezTo>
                  <a:cubicBezTo>
                    <a:pt x="2867" y="1836"/>
                    <a:pt x="2394" y="1773"/>
                    <a:pt x="1890" y="1741"/>
                  </a:cubicBezTo>
                  <a:cubicBezTo>
                    <a:pt x="1701" y="1741"/>
                    <a:pt x="1544" y="1836"/>
                    <a:pt x="1481" y="2056"/>
                  </a:cubicBezTo>
                  <a:cubicBezTo>
                    <a:pt x="1481" y="2245"/>
                    <a:pt x="1607" y="2403"/>
                    <a:pt x="1796" y="2434"/>
                  </a:cubicBezTo>
                  <a:cubicBezTo>
                    <a:pt x="2205" y="2466"/>
                    <a:pt x="2489" y="2529"/>
                    <a:pt x="2741" y="2718"/>
                  </a:cubicBezTo>
                  <a:cubicBezTo>
                    <a:pt x="2552" y="2907"/>
                    <a:pt x="2363" y="3159"/>
                    <a:pt x="2205" y="3379"/>
                  </a:cubicBezTo>
                  <a:cubicBezTo>
                    <a:pt x="1949" y="3294"/>
                    <a:pt x="1725" y="3260"/>
                    <a:pt x="1508" y="3260"/>
                  </a:cubicBezTo>
                  <a:cubicBezTo>
                    <a:pt x="1243" y="3260"/>
                    <a:pt x="987" y="3310"/>
                    <a:pt x="693" y="3379"/>
                  </a:cubicBezTo>
                  <a:cubicBezTo>
                    <a:pt x="504" y="3411"/>
                    <a:pt x="441" y="3631"/>
                    <a:pt x="473" y="3821"/>
                  </a:cubicBezTo>
                  <a:cubicBezTo>
                    <a:pt x="498" y="3970"/>
                    <a:pt x="621" y="4060"/>
                    <a:pt x="781" y="4060"/>
                  </a:cubicBezTo>
                  <a:cubicBezTo>
                    <a:pt x="823" y="4060"/>
                    <a:pt x="868" y="4054"/>
                    <a:pt x="914" y="4041"/>
                  </a:cubicBezTo>
                  <a:cubicBezTo>
                    <a:pt x="1160" y="3979"/>
                    <a:pt x="1366" y="3931"/>
                    <a:pt x="1567" y="3931"/>
                  </a:cubicBezTo>
                  <a:cubicBezTo>
                    <a:pt x="1674" y="3931"/>
                    <a:pt x="1780" y="3945"/>
                    <a:pt x="1890" y="3978"/>
                  </a:cubicBezTo>
                  <a:cubicBezTo>
                    <a:pt x="1764" y="4262"/>
                    <a:pt x="1638" y="4514"/>
                    <a:pt x="1607" y="4797"/>
                  </a:cubicBezTo>
                  <a:cubicBezTo>
                    <a:pt x="1071" y="4797"/>
                    <a:pt x="630" y="4986"/>
                    <a:pt x="189" y="5301"/>
                  </a:cubicBezTo>
                  <a:cubicBezTo>
                    <a:pt x="32" y="5427"/>
                    <a:pt x="0" y="5616"/>
                    <a:pt x="126" y="5774"/>
                  </a:cubicBezTo>
                  <a:cubicBezTo>
                    <a:pt x="186" y="5874"/>
                    <a:pt x="296" y="5935"/>
                    <a:pt x="409" y="5935"/>
                  </a:cubicBezTo>
                  <a:cubicBezTo>
                    <a:pt x="474" y="5935"/>
                    <a:pt x="541" y="5915"/>
                    <a:pt x="599" y="5868"/>
                  </a:cubicBezTo>
                  <a:cubicBezTo>
                    <a:pt x="914" y="5616"/>
                    <a:pt x="1166" y="5459"/>
                    <a:pt x="1481" y="5459"/>
                  </a:cubicBezTo>
                  <a:cubicBezTo>
                    <a:pt x="1481" y="5585"/>
                    <a:pt x="1449" y="5742"/>
                    <a:pt x="1449" y="5868"/>
                  </a:cubicBezTo>
                  <a:cubicBezTo>
                    <a:pt x="1449" y="6026"/>
                    <a:pt x="1449" y="6183"/>
                    <a:pt x="1481" y="6341"/>
                  </a:cubicBezTo>
                  <a:cubicBezTo>
                    <a:pt x="945" y="6530"/>
                    <a:pt x="662" y="6876"/>
                    <a:pt x="347" y="7318"/>
                  </a:cubicBezTo>
                  <a:cubicBezTo>
                    <a:pt x="221" y="7475"/>
                    <a:pt x="284" y="7664"/>
                    <a:pt x="441" y="7790"/>
                  </a:cubicBezTo>
                  <a:cubicBezTo>
                    <a:pt x="507" y="7843"/>
                    <a:pt x="584" y="7868"/>
                    <a:pt x="658" y="7868"/>
                  </a:cubicBezTo>
                  <a:cubicBezTo>
                    <a:pt x="761" y="7868"/>
                    <a:pt x="859" y="7819"/>
                    <a:pt x="914" y="7727"/>
                  </a:cubicBezTo>
                  <a:cubicBezTo>
                    <a:pt x="1134" y="7349"/>
                    <a:pt x="1323" y="7129"/>
                    <a:pt x="1607" y="7002"/>
                  </a:cubicBezTo>
                  <a:cubicBezTo>
                    <a:pt x="1701" y="7286"/>
                    <a:pt x="1764" y="7570"/>
                    <a:pt x="1922" y="7822"/>
                  </a:cubicBezTo>
                  <a:cubicBezTo>
                    <a:pt x="1481" y="8200"/>
                    <a:pt x="1323" y="8609"/>
                    <a:pt x="1166" y="9145"/>
                  </a:cubicBezTo>
                  <a:cubicBezTo>
                    <a:pt x="1134" y="9334"/>
                    <a:pt x="1260" y="9523"/>
                    <a:pt x="1418" y="9554"/>
                  </a:cubicBezTo>
                  <a:cubicBezTo>
                    <a:pt x="1452" y="9566"/>
                    <a:pt x="1486" y="9571"/>
                    <a:pt x="1519" y="9571"/>
                  </a:cubicBezTo>
                  <a:cubicBezTo>
                    <a:pt x="1671" y="9571"/>
                    <a:pt x="1807" y="9463"/>
                    <a:pt x="1859" y="9334"/>
                  </a:cubicBezTo>
                  <a:cubicBezTo>
                    <a:pt x="1953" y="8924"/>
                    <a:pt x="2048" y="8672"/>
                    <a:pt x="2268" y="8420"/>
                  </a:cubicBezTo>
                  <a:cubicBezTo>
                    <a:pt x="2426" y="8672"/>
                    <a:pt x="2646" y="8893"/>
                    <a:pt x="2835" y="9082"/>
                  </a:cubicBezTo>
                  <a:cubicBezTo>
                    <a:pt x="2520" y="9554"/>
                    <a:pt x="2552" y="10027"/>
                    <a:pt x="2583" y="10594"/>
                  </a:cubicBezTo>
                  <a:cubicBezTo>
                    <a:pt x="2583" y="10783"/>
                    <a:pt x="2741" y="10909"/>
                    <a:pt x="2961" y="10909"/>
                  </a:cubicBezTo>
                  <a:lnTo>
                    <a:pt x="2993" y="10909"/>
                  </a:lnTo>
                  <a:cubicBezTo>
                    <a:pt x="3182" y="10909"/>
                    <a:pt x="3308" y="10720"/>
                    <a:pt x="3308" y="10500"/>
                  </a:cubicBezTo>
                  <a:cubicBezTo>
                    <a:pt x="3277" y="10090"/>
                    <a:pt x="3277" y="9806"/>
                    <a:pt x="3371" y="9523"/>
                  </a:cubicBezTo>
                  <a:cubicBezTo>
                    <a:pt x="3623" y="9680"/>
                    <a:pt x="3844" y="9838"/>
                    <a:pt x="4127" y="9964"/>
                  </a:cubicBezTo>
                  <a:cubicBezTo>
                    <a:pt x="4001" y="10500"/>
                    <a:pt x="4159" y="10941"/>
                    <a:pt x="4411" y="11445"/>
                  </a:cubicBezTo>
                  <a:cubicBezTo>
                    <a:pt x="4452" y="11589"/>
                    <a:pt x="4561" y="11652"/>
                    <a:pt x="4684" y="11652"/>
                  </a:cubicBezTo>
                  <a:cubicBezTo>
                    <a:pt x="4749" y="11652"/>
                    <a:pt x="4818" y="11635"/>
                    <a:pt x="4883" y="11602"/>
                  </a:cubicBezTo>
                  <a:cubicBezTo>
                    <a:pt x="5041" y="11539"/>
                    <a:pt x="5104" y="11350"/>
                    <a:pt x="5041" y="11130"/>
                  </a:cubicBezTo>
                  <a:cubicBezTo>
                    <a:pt x="4883" y="10783"/>
                    <a:pt x="4757" y="10500"/>
                    <a:pt x="4789" y="10184"/>
                  </a:cubicBezTo>
                  <a:lnTo>
                    <a:pt x="4789" y="10184"/>
                  </a:lnTo>
                  <a:cubicBezTo>
                    <a:pt x="5072" y="10279"/>
                    <a:pt x="5356" y="10311"/>
                    <a:pt x="5671" y="10342"/>
                  </a:cubicBezTo>
                  <a:cubicBezTo>
                    <a:pt x="5734" y="10909"/>
                    <a:pt x="6049" y="11256"/>
                    <a:pt x="6427" y="11665"/>
                  </a:cubicBezTo>
                  <a:cubicBezTo>
                    <a:pt x="6474" y="11712"/>
                    <a:pt x="6561" y="11736"/>
                    <a:pt x="6651" y="11736"/>
                  </a:cubicBezTo>
                  <a:cubicBezTo>
                    <a:pt x="6742" y="11736"/>
                    <a:pt x="6837" y="11712"/>
                    <a:pt x="6900" y="11665"/>
                  </a:cubicBezTo>
                  <a:cubicBezTo>
                    <a:pt x="6994" y="11539"/>
                    <a:pt x="6994" y="11287"/>
                    <a:pt x="6900" y="11193"/>
                  </a:cubicBezTo>
                  <a:cubicBezTo>
                    <a:pt x="6616" y="10909"/>
                    <a:pt x="6427" y="10657"/>
                    <a:pt x="6333" y="10342"/>
                  </a:cubicBezTo>
                  <a:cubicBezTo>
                    <a:pt x="6616" y="10311"/>
                    <a:pt x="6931" y="10279"/>
                    <a:pt x="7215" y="10184"/>
                  </a:cubicBezTo>
                  <a:cubicBezTo>
                    <a:pt x="7467" y="10720"/>
                    <a:pt x="7876" y="10941"/>
                    <a:pt x="8380" y="11130"/>
                  </a:cubicBezTo>
                  <a:cubicBezTo>
                    <a:pt x="8424" y="11156"/>
                    <a:pt x="8474" y="11167"/>
                    <a:pt x="8526" y="11167"/>
                  </a:cubicBezTo>
                  <a:cubicBezTo>
                    <a:pt x="8662" y="11167"/>
                    <a:pt x="8807" y="11086"/>
                    <a:pt x="8853" y="10972"/>
                  </a:cubicBezTo>
                  <a:cubicBezTo>
                    <a:pt x="8947" y="10815"/>
                    <a:pt x="8853" y="10594"/>
                    <a:pt x="8695" y="10500"/>
                  </a:cubicBezTo>
                  <a:cubicBezTo>
                    <a:pt x="8349" y="10374"/>
                    <a:pt x="8065" y="10184"/>
                    <a:pt x="7908" y="9932"/>
                  </a:cubicBezTo>
                  <a:cubicBezTo>
                    <a:pt x="8191" y="9806"/>
                    <a:pt x="8412" y="9649"/>
                    <a:pt x="8664" y="9491"/>
                  </a:cubicBezTo>
                  <a:cubicBezTo>
                    <a:pt x="9105" y="9901"/>
                    <a:pt x="9578" y="9964"/>
                    <a:pt x="10082" y="9995"/>
                  </a:cubicBezTo>
                  <a:lnTo>
                    <a:pt x="10113" y="9995"/>
                  </a:lnTo>
                  <a:cubicBezTo>
                    <a:pt x="10302" y="9995"/>
                    <a:pt x="10428" y="9869"/>
                    <a:pt x="10460" y="9680"/>
                  </a:cubicBezTo>
                  <a:cubicBezTo>
                    <a:pt x="10460" y="9491"/>
                    <a:pt x="10365" y="9334"/>
                    <a:pt x="10145" y="9302"/>
                  </a:cubicBezTo>
                  <a:cubicBezTo>
                    <a:pt x="9767" y="9239"/>
                    <a:pt x="9483" y="9208"/>
                    <a:pt x="9199" y="9019"/>
                  </a:cubicBezTo>
                  <a:cubicBezTo>
                    <a:pt x="9388" y="8830"/>
                    <a:pt x="9609" y="8578"/>
                    <a:pt x="9767" y="8357"/>
                  </a:cubicBezTo>
                  <a:cubicBezTo>
                    <a:pt x="9980" y="8437"/>
                    <a:pt x="10181" y="8466"/>
                    <a:pt x="10384" y="8466"/>
                  </a:cubicBezTo>
                  <a:cubicBezTo>
                    <a:pt x="10660" y="8466"/>
                    <a:pt x="10938" y="8412"/>
                    <a:pt x="11247" y="8357"/>
                  </a:cubicBezTo>
                  <a:cubicBezTo>
                    <a:pt x="11468" y="8294"/>
                    <a:pt x="11531" y="8105"/>
                    <a:pt x="11499" y="7916"/>
                  </a:cubicBezTo>
                  <a:cubicBezTo>
                    <a:pt x="11472" y="7751"/>
                    <a:pt x="11300" y="7658"/>
                    <a:pt x="11131" y="7658"/>
                  </a:cubicBezTo>
                  <a:cubicBezTo>
                    <a:pt x="11107" y="7658"/>
                    <a:pt x="11082" y="7660"/>
                    <a:pt x="11058" y="7664"/>
                  </a:cubicBezTo>
                  <a:cubicBezTo>
                    <a:pt x="10806" y="7748"/>
                    <a:pt x="10596" y="7804"/>
                    <a:pt x="10391" y="7804"/>
                  </a:cubicBezTo>
                  <a:cubicBezTo>
                    <a:pt x="10288" y="7804"/>
                    <a:pt x="10187" y="7790"/>
                    <a:pt x="10082" y="7759"/>
                  </a:cubicBezTo>
                  <a:cubicBezTo>
                    <a:pt x="10208" y="7475"/>
                    <a:pt x="10302" y="7192"/>
                    <a:pt x="10365" y="6939"/>
                  </a:cubicBezTo>
                  <a:lnTo>
                    <a:pt x="10397" y="6939"/>
                  </a:lnTo>
                  <a:cubicBezTo>
                    <a:pt x="10932" y="6939"/>
                    <a:pt x="11342" y="6687"/>
                    <a:pt x="11751" y="6372"/>
                  </a:cubicBezTo>
                  <a:cubicBezTo>
                    <a:pt x="11940" y="6246"/>
                    <a:pt x="11972" y="6057"/>
                    <a:pt x="11846" y="5900"/>
                  </a:cubicBezTo>
                  <a:cubicBezTo>
                    <a:pt x="11789" y="5843"/>
                    <a:pt x="11687" y="5798"/>
                    <a:pt x="11580" y="5798"/>
                  </a:cubicBezTo>
                  <a:cubicBezTo>
                    <a:pt x="11509" y="5798"/>
                    <a:pt x="11436" y="5818"/>
                    <a:pt x="11373" y="5868"/>
                  </a:cubicBezTo>
                  <a:cubicBezTo>
                    <a:pt x="11058" y="6120"/>
                    <a:pt x="10775" y="6278"/>
                    <a:pt x="10460" y="6278"/>
                  </a:cubicBezTo>
                  <a:cubicBezTo>
                    <a:pt x="10460" y="6152"/>
                    <a:pt x="10491" y="5994"/>
                    <a:pt x="10491" y="5868"/>
                  </a:cubicBezTo>
                  <a:cubicBezTo>
                    <a:pt x="10491" y="5711"/>
                    <a:pt x="10491" y="5553"/>
                    <a:pt x="10460" y="5396"/>
                  </a:cubicBezTo>
                  <a:cubicBezTo>
                    <a:pt x="11027" y="5207"/>
                    <a:pt x="11279" y="4860"/>
                    <a:pt x="11594" y="4419"/>
                  </a:cubicBezTo>
                  <a:cubicBezTo>
                    <a:pt x="11720" y="4262"/>
                    <a:pt x="11688" y="4073"/>
                    <a:pt x="11531" y="3947"/>
                  </a:cubicBezTo>
                  <a:cubicBezTo>
                    <a:pt x="11465" y="3894"/>
                    <a:pt x="11394" y="3869"/>
                    <a:pt x="11324" y="3869"/>
                  </a:cubicBezTo>
                  <a:cubicBezTo>
                    <a:pt x="11226" y="3869"/>
                    <a:pt x="11132" y="3918"/>
                    <a:pt x="11058" y="4010"/>
                  </a:cubicBezTo>
                  <a:cubicBezTo>
                    <a:pt x="10838" y="4388"/>
                    <a:pt x="10617" y="4608"/>
                    <a:pt x="10365" y="4734"/>
                  </a:cubicBezTo>
                  <a:cubicBezTo>
                    <a:pt x="10271" y="4451"/>
                    <a:pt x="10176" y="4167"/>
                    <a:pt x="10019" y="3915"/>
                  </a:cubicBezTo>
                  <a:cubicBezTo>
                    <a:pt x="10460" y="3537"/>
                    <a:pt x="10617" y="3127"/>
                    <a:pt x="10775" y="2592"/>
                  </a:cubicBezTo>
                  <a:cubicBezTo>
                    <a:pt x="10806" y="2403"/>
                    <a:pt x="10712" y="2214"/>
                    <a:pt x="10554" y="2182"/>
                  </a:cubicBezTo>
                  <a:cubicBezTo>
                    <a:pt x="10520" y="2171"/>
                    <a:pt x="10485" y="2166"/>
                    <a:pt x="10450" y="2166"/>
                  </a:cubicBezTo>
                  <a:cubicBezTo>
                    <a:pt x="10292" y="2166"/>
                    <a:pt x="10139" y="2274"/>
                    <a:pt x="10113" y="2403"/>
                  </a:cubicBezTo>
                  <a:cubicBezTo>
                    <a:pt x="9987" y="2812"/>
                    <a:pt x="9924" y="3064"/>
                    <a:pt x="9672" y="3316"/>
                  </a:cubicBezTo>
                  <a:cubicBezTo>
                    <a:pt x="9515" y="3064"/>
                    <a:pt x="9325" y="2844"/>
                    <a:pt x="9136" y="2655"/>
                  </a:cubicBezTo>
                  <a:cubicBezTo>
                    <a:pt x="9451" y="2182"/>
                    <a:pt x="9388" y="1710"/>
                    <a:pt x="9357" y="1143"/>
                  </a:cubicBezTo>
                  <a:cubicBezTo>
                    <a:pt x="9357" y="954"/>
                    <a:pt x="9168" y="828"/>
                    <a:pt x="8979" y="828"/>
                  </a:cubicBezTo>
                  <a:cubicBezTo>
                    <a:pt x="8790" y="828"/>
                    <a:pt x="8664" y="1017"/>
                    <a:pt x="8664" y="1237"/>
                  </a:cubicBezTo>
                  <a:cubicBezTo>
                    <a:pt x="8695" y="1647"/>
                    <a:pt x="8695" y="1930"/>
                    <a:pt x="8569" y="2214"/>
                  </a:cubicBezTo>
                  <a:cubicBezTo>
                    <a:pt x="8349" y="2056"/>
                    <a:pt x="8097" y="1899"/>
                    <a:pt x="7813" y="1773"/>
                  </a:cubicBezTo>
                  <a:cubicBezTo>
                    <a:pt x="7939" y="1237"/>
                    <a:pt x="7782" y="796"/>
                    <a:pt x="7561" y="292"/>
                  </a:cubicBezTo>
                  <a:cubicBezTo>
                    <a:pt x="7493" y="178"/>
                    <a:pt x="7375" y="97"/>
                    <a:pt x="7243" y="97"/>
                  </a:cubicBezTo>
                  <a:cubicBezTo>
                    <a:pt x="7193" y="97"/>
                    <a:pt x="7141" y="108"/>
                    <a:pt x="7089" y="134"/>
                  </a:cubicBezTo>
                  <a:cubicBezTo>
                    <a:pt x="6931" y="197"/>
                    <a:pt x="6837" y="386"/>
                    <a:pt x="6931" y="607"/>
                  </a:cubicBezTo>
                  <a:cubicBezTo>
                    <a:pt x="7089" y="954"/>
                    <a:pt x="7215" y="1237"/>
                    <a:pt x="7152" y="1552"/>
                  </a:cubicBezTo>
                  <a:cubicBezTo>
                    <a:pt x="6900" y="1458"/>
                    <a:pt x="6616" y="1426"/>
                    <a:pt x="6301" y="1395"/>
                  </a:cubicBezTo>
                  <a:cubicBezTo>
                    <a:pt x="6206" y="828"/>
                    <a:pt x="5891" y="481"/>
                    <a:pt x="5545" y="71"/>
                  </a:cubicBezTo>
                  <a:cubicBezTo>
                    <a:pt x="5482" y="24"/>
                    <a:pt x="5395" y="1"/>
                    <a:pt x="5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g3fa04938a25_0_280"/>
            <p:cNvSpPr/>
            <p:nvPr/>
          </p:nvSpPr>
          <p:spPr>
            <a:xfrm>
              <a:off x="-22740025" y="3217825"/>
              <a:ext cx="52000" cy="51225"/>
            </a:xfrm>
            <a:custGeom>
              <a:rect b="b" l="l" r="r" t="t"/>
              <a:pathLst>
                <a:path extrusionOk="0" h="2049" w="2080">
                  <a:moveTo>
                    <a:pt x="1040" y="0"/>
                  </a:moveTo>
                  <a:cubicBezTo>
                    <a:pt x="441" y="0"/>
                    <a:pt x="0" y="473"/>
                    <a:pt x="0" y="1009"/>
                  </a:cubicBezTo>
                  <a:cubicBezTo>
                    <a:pt x="0" y="1607"/>
                    <a:pt x="473" y="2048"/>
                    <a:pt x="1040" y="2048"/>
                  </a:cubicBezTo>
                  <a:cubicBezTo>
                    <a:pt x="1607" y="2048"/>
                    <a:pt x="2048" y="1576"/>
                    <a:pt x="2048" y="1009"/>
                  </a:cubicBezTo>
                  <a:cubicBezTo>
                    <a:pt x="2080" y="473"/>
                    <a:pt x="1607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g3fa04938a25_0_280"/>
            <p:cNvSpPr/>
            <p:nvPr/>
          </p:nvSpPr>
          <p:spPr>
            <a:xfrm>
              <a:off x="-22705375" y="3321800"/>
              <a:ext cx="17350" cy="18125"/>
            </a:xfrm>
            <a:custGeom>
              <a:rect b="b" l="l" r="r" t="t"/>
              <a:pathLst>
                <a:path extrusionOk="0" h="725" w="694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8" name="Google Shape;498;g3fa04938a25_0_280"/>
          <p:cNvGrpSpPr/>
          <p:nvPr/>
        </p:nvGrpSpPr>
        <p:grpSpPr>
          <a:xfrm>
            <a:off x="4399328" y="3081586"/>
            <a:ext cx="345328" cy="352833"/>
            <a:chOff x="-24353875" y="3147725"/>
            <a:chExt cx="289875" cy="296175"/>
          </a:xfrm>
        </p:grpSpPr>
        <p:sp>
          <p:nvSpPr>
            <p:cNvPr id="499" name="Google Shape;499;g3fa04938a25_0_280"/>
            <p:cNvSpPr/>
            <p:nvPr/>
          </p:nvSpPr>
          <p:spPr>
            <a:xfrm>
              <a:off x="-24238100" y="3271375"/>
              <a:ext cx="52025" cy="51225"/>
            </a:xfrm>
            <a:custGeom>
              <a:rect b="b" l="l" r="r" t="t"/>
              <a:pathLst>
                <a:path extrusionOk="0" h="2049" w="2081">
                  <a:moveTo>
                    <a:pt x="1041" y="1"/>
                  </a:moveTo>
                  <a:cubicBezTo>
                    <a:pt x="505" y="1"/>
                    <a:pt x="32" y="473"/>
                    <a:pt x="32" y="1040"/>
                  </a:cubicBezTo>
                  <a:cubicBezTo>
                    <a:pt x="1" y="1576"/>
                    <a:pt x="473" y="2049"/>
                    <a:pt x="1041" y="2049"/>
                  </a:cubicBezTo>
                  <a:cubicBezTo>
                    <a:pt x="1639" y="2049"/>
                    <a:pt x="2080" y="1576"/>
                    <a:pt x="2080" y="1040"/>
                  </a:cubicBezTo>
                  <a:cubicBezTo>
                    <a:pt x="2080" y="442"/>
                    <a:pt x="1608" y="1"/>
                    <a:pt x="10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g3fa04938a25_0_280"/>
            <p:cNvSpPr/>
            <p:nvPr/>
          </p:nvSpPr>
          <p:spPr>
            <a:xfrm>
              <a:off x="-24353875" y="3147725"/>
              <a:ext cx="289875" cy="296175"/>
            </a:xfrm>
            <a:custGeom>
              <a:rect b="b" l="l" r="r" t="t"/>
              <a:pathLst>
                <a:path extrusionOk="0" h="11847" w="11595">
                  <a:moveTo>
                    <a:pt x="5672" y="757"/>
                  </a:moveTo>
                  <a:cubicBezTo>
                    <a:pt x="6144" y="757"/>
                    <a:pt x="6680" y="1544"/>
                    <a:pt x="7026" y="2710"/>
                  </a:cubicBezTo>
                  <a:cubicBezTo>
                    <a:pt x="6585" y="2867"/>
                    <a:pt x="6176" y="3025"/>
                    <a:pt x="5672" y="3214"/>
                  </a:cubicBezTo>
                  <a:cubicBezTo>
                    <a:pt x="5262" y="3025"/>
                    <a:pt x="4789" y="2836"/>
                    <a:pt x="4348" y="2710"/>
                  </a:cubicBezTo>
                  <a:cubicBezTo>
                    <a:pt x="4695" y="1481"/>
                    <a:pt x="5199" y="757"/>
                    <a:pt x="5672" y="757"/>
                  </a:cubicBezTo>
                  <a:close/>
                  <a:moveTo>
                    <a:pt x="4191" y="3372"/>
                  </a:moveTo>
                  <a:cubicBezTo>
                    <a:pt x="4411" y="3466"/>
                    <a:pt x="4632" y="3529"/>
                    <a:pt x="4852" y="3624"/>
                  </a:cubicBezTo>
                  <a:cubicBezTo>
                    <a:pt x="4159" y="3970"/>
                    <a:pt x="4726" y="3655"/>
                    <a:pt x="4065" y="4096"/>
                  </a:cubicBezTo>
                  <a:lnTo>
                    <a:pt x="4191" y="3372"/>
                  </a:lnTo>
                  <a:close/>
                  <a:moveTo>
                    <a:pt x="7184" y="3372"/>
                  </a:moveTo>
                  <a:lnTo>
                    <a:pt x="7310" y="4096"/>
                  </a:lnTo>
                  <a:cubicBezTo>
                    <a:pt x="6585" y="3655"/>
                    <a:pt x="7184" y="4002"/>
                    <a:pt x="6522" y="3624"/>
                  </a:cubicBezTo>
                  <a:cubicBezTo>
                    <a:pt x="6743" y="3529"/>
                    <a:pt x="6995" y="3466"/>
                    <a:pt x="7184" y="3372"/>
                  </a:cubicBezTo>
                  <a:close/>
                  <a:moveTo>
                    <a:pt x="9191" y="3001"/>
                  </a:moveTo>
                  <a:cubicBezTo>
                    <a:pt x="9631" y="3001"/>
                    <a:pt x="10026" y="3084"/>
                    <a:pt x="10177" y="3340"/>
                  </a:cubicBezTo>
                  <a:cubicBezTo>
                    <a:pt x="10208" y="3435"/>
                    <a:pt x="10240" y="3529"/>
                    <a:pt x="10208" y="3655"/>
                  </a:cubicBezTo>
                  <a:cubicBezTo>
                    <a:pt x="9925" y="3687"/>
                    <a:pt x="9673" y="3907"/>
                    <a:pt x="9515" y="4159"/>
                  </a:cubicBezTo>
                  <a:cubicBezTo>
                    <a:pt x="9358" y="4474"/>
                    <a:pt x="9295" y="4852"/>
                    <a:pt x="9452" y="5104"/>
                  </a:cubicBezTo>
                  <a:cubicBezTo>
                    <a:pt x="9358" y="5230"/>
                    <a:pt x="9263" y="5356"/>
                    <a:pt x="9137" y="5482"/>
                  </a:cubicBezTo>
                  <a:cubicBezTo>
                    <a:pt x="8791" y="5167"/>
                    <a:pt x="8444" y="4884"/>
                    <a:pt x="8034" y="4600"/>
                  </a:cubicBezTo>
                  <a:cubicBezTo>
                    <a:pt x="8003" y="4128"/>
                    <a:pt x="7940" y="3655"/>
                    <a:pt x="7845" y="3183"/>
                  </a:cubicBezTo>
                  <a:cubicBezTo>
                    <a:pt x="8174" y="3100"/>
                    <a:pt x="8710" y="3001"/>
                    <a:pt x="9191" y="3001"/>
                  </a:cubicBezTo>
                  <a:close/>
                  <a:moveTo>
                    <a:pt x="2994" y="3119"/>
                  </a:moveTo>
                  <a:cubicBezTo>
                    <a:pt x="3151" y="3151"/>
                    <a:pt x="3309" y="3151"/>
                    <a:pt x="3466" y="3214"/>
                  </a:cubicBezTo>
                  <a:cubicBezTo>
                    <a:pt x="3403" y="3655"/>
                    <a:pt x="3309" y="4128"/>
                    <a:pt x="3277" y="4632"/>
                  </a:cubicBezTo>
                  <a:cubicBezTo>
                    <a:pt x="2899" y="4915"/>
                    <a:pt x="2490" y="5230"/>
                    <a:pt x="2174" y="5514"/>
                  </a:cubicBezTo>
                  <a:cubicBezTo>
                    <a:pt x="1733" y="5010"/>
                    <a:pt x="851" y="3939"/>
                    <a:pt x="1166" y="3340"/>
                  </a:cubicBezTo>
                  <a:cubicBezTo>
                    <a:pt x="1198" y="3277"/>
                    <a:pt x="1261" y="3183"/>
                    <a:pt x="1387" y="3151"/>
                  </a:cubicBezTo>
                  <a:cubicBezTo>
                    <a:pt x="1576" y="3372"/>
                    <a:pt x="1859" y="3529"/>
                    <a:pt x="2174" y="3529"/>
                  </a:cubicBezTo>
                  <a:cubicBezTo>
                    <a:pt x="2521" y="3529"/>
                    <a:pt x="2836" y="3372"/>
                    <a:pt x="2994" y="3119"/>
                  </a:cubicBezTo>
                  <a:close/>
                  <a:moveTo>
                    <a:pt x="3277" y="5482"/>
                  </a:moveTo>
                  <a:lnTo>
                    <a:pt x="3277" y="5482"/>
                  </a:lnTo>
                  <a:cubicBezTo>
                    <a:pt x="3246" y="6144"/>
                    <a:pt x="3246" y="5986"/>
                    <a:pt x="3277" y="6428"/>
                  </a:cubicBezTo>
                  <a:cubicBezTo>
                    <a:pt x="3088" y="6270"/>
                    <a:pt x="2899" y="6112"/>
                    <a:pt x="2742" y="5955"/>
                  </a:cubicBezTo>
                  <a:cubicBezTo>
                    <a:pt x="2899" y="5797"/>
                    <a:pt x="3088" y="5640"/>
                    <a:pt x="3277" y="5482"/>
                  </a:cubicBezTo>
                  <a:close/>
                  <a:moveTo>
                    <a:pt x="8097" y="5514"/>
                  </a:moveTo>
                  <a:cubicBezTo>
                    <a:pt x="8286" y="5671"/>
                    <a:pt x="8475" y="5829"/>
                    <a:pt x="8633" y="5986"/>
                  </a:cubicBezTo>
                  <a:cubicBezTo>
                    <a:pt x="8475" y="6144"/>
                    <a:pt x="8286" y="6301"/>
                    <a:pt x="8097" y="6459"/>
                  </a:cubicBezTo>
                  <a:lnTo>
                    <a:pt x="8097" y="5514"/>
                  </a:lnTo>
                  <a:close/>
                  <a:moveTo>
                    <a:pt x="5703" y="4002"/>
                  </a:moveTo>
                  <a:cubicBezTo>
                    <a:pt x="6333" y="4317"/>
                    <a:pt x="6743" y="4569"/>
                    <a:pt x="7373" y="5010"/>
                  </a:cubicBezTo>
                  <a:cubicBezTo>
                    <a:pt x="7436" y="5671"/>
                    <a:pt x="7436" y="6238"/>
                    <a:pt x="7373" y="6963"/>
                  </a:cubicBezTo>
                  <a:cubicBezTo>
                    <a:pt x="6837" y="7310"/>
                    <a:pt x="6333" y="7625"/>
                    <a:pt x="5703" y="7940"/>
                  </a:cubicBezTo>
                  <a:cubicBezTo>
                    <a:pt x="5073" y="7625"/>
                    <a:pt x="4537" y="7373"/>
                    <a:pt x="4002" y="6963"/>
                  </a:cubicBezTo>
                  <a:cubicBezTo>
                    <a:pt x="3907" y="6270"/>
                    <a:pt x="3907" y="5671"/>
                    <a:pt x="4002" y="5010"/>
                  </a:cubicBezTo>
                  <a:cubicBezTo>
                    <a:pt x="4600" y="4600"/>
                    <a:pt x="5041" y="4317"/>
                    <a:pt x="5703" y="4002"/>
                  </a:cubicBezTo>
                  <a:close/>
                  <a:moveTo>
                    <a:pt x="4065" y="7845"/>
                  </a:moveTo>
                  <a:cubicBezTo>
                    <a:pt x="4506" y="8097"/>
                    <a:pt x="4254" y="8003"/>
                    <a:pt x="4852" y="8318"/>
                  </a:cubicBezTo>
                  <a:cubicBezTo>
                    <a:pt x="4632" y="8381"/>
                    <a:pt x="4380" y="8507"/>
                    <a:pt x="4191" y="8538"/>
                  </a:cubicBezTo>
                  <a:lnTo>
                    <a:pt x="4065" y="7845"/>
                  </a:lnTo>
                  <a:close/>
                  <a:moveTo>
                    <a:pt x="7278" y="7845"/>
                  </a:moveTo>
                  <a:cubicBezTo>
                    <a:pt x="7247" y="8066"/>
                    <a:pt x="7215" y="8318"/>
                    <a:pt x="7152" y="8538"/>
                  </a:cubicBezTo>
                  <a:cubicBezTo>
                    <a:pt x="6900" y="8475"/>
                    <a:pt x="6711" y="8381"/>
                    <a:pt x="6491" y="8318"/>
                  </a:cubicBezTo>
                  <a:cubicBezTo>
                    <a:pt x="6837" y="8097"/>
                    <a:pt x="6869" y="8097"/>
                    <a:pt x="7278" y="7845"/>
                  </a:cubicBezTo>
                  <a:close/>
                  <a:moveTo>
                    <a:pt x="2237" y="6459"/>
                  </a:moveTo>
                  <a:cubicBezTo>
                    <a:pt x="2584" y="6774"/>
                    <a:pt x="2931" y="7058"/>
                    <a:pt x="3340" y="7310"/>
                  </a:cubicBezTo>
                  <a:cubicBezTo>
                    <a:pt x="3372" y="7845"/>
                    <a:pt x="3435" y="8255"/>
                    <a:pt x="3529" y="8727"/>
                  </a:cubicBezTo>
                  <a:cubicBezTo>
                    <a:pt x="3008" y="8861"/>
                    <a:pt x="2544" y="8927"/>
                    <a:pt x="2165" y="8927"/>
                  </a:cubicBezTo>
                  <a:cubicBezTo>
                    <a:pt x="1650" y="8927"/>
                    <a:pt x="1293" y="8806"/>
                    <a:pt x="1166" y="8570"/>
                  </a:cubicBezTo>
                  <a:cubicBezTo>
                    <a:pt x="851" y="8003"/>
                    <a:pt x="1733" y="6932"/>
                    <a:pt x="2237" y="6459"/>
                  </a:cubicBezTo>
                  <a:close/>
                  <a:moveTo>
                    <a:pt x="9137" y="6459"/>
                  </a:moveTo>
                  <a:cubicBezTo>
                    <a:pt x="9610" y="6932"/>
                    <a:pt x="10523" y="8003"/>
                    <a:pt x="10177" y="8570"/>
                  </a:cubicBezTo>
                  <a:cubicBezTo>
                    <a:pt x="10032" y="8806"/>
                    <a:pt x="9678" y="8927"/>
                    <a:pt x="9169" y="8927"/>
                  </a:cubicBezTo>
                  <a:cubicBezTo>
                    <a:pt x="8794" y="8927"/>
                    <a:pt x="8335" y="8861"/>
                    <a:pt x="7814" y="8727"/>
                  </a:cubicBezTo>
                  <a:cubicBezTo>
                    <a:pt x="7940" y="8318"/>
                    <a:pt x="8003" y="7845"/>
                    <a:pt x="8034" y="7310"/>
                  </a:cubicBezTo>
                  <a:cubicBezTo>
                    <a:pt x="8444" y="7058"/>
                    <a:pt x="8822" y="6743"/>
                    <a:pt x="9137" y="6459"/>
                  </a:cubicBezTo>
                  <a:close/>
                  <a:moveTo>
                    <a:pt x="5640" y="8696"/>
                  </a:moveTo>
                  <a:cubicBezTo>
                    <a:pt x="6081" y="8885"/>
                    <a:pt x="6554" y="9074"/>
                    <a:pt x="6995" y="9200"/>
                  </a:cubicBezTo>
                  <a:cubicBezTo>
                    <a:pt x="6680" y="10429"/>
                    <a:pt x="6176" y="11185"/>
                    <a:pt x="5672" y="11185"/>
                  </a:cubicBezTo>
                  <a:cubicBezTo>
                    <a:pt x="5609" y="11185"/>
                    <a:pt x="5482" y="11090"/>
                    <a:pt x="5356" y="11059"/>
                  </a:cubicBezTo>
                  <a:cubicBezTo>
                    <a:pt x="5482" y="10775"/>
                    <a:pt x="5451" y="10460"/>
                    <a:pt x="5293" y="10177"/>
                  </a:cubicBezTo>
                  <a:cubicBezTo>
                    <a:pt x="5136" y="9862"/>
                    <a:pt x="4821" y="9736"/>
                    <a:pt x="4474" y="9673"/>
                  </a:cubicBezTo>
                  <a:cubicBezTo>
                    <a:pt x="4411" y="9515"/>
                    <a:pt x="4348" y="9357"/>
                    <a:pt x="4317" y="9200"/>
                  </a:cubicBezTo>
                  <a:cubicBezTo>
                    <a:pt x="4726" y="9042"/>
                    <a:pt x="5167" y="8885"/>
                    <a:pt x="5640" y="8696"/>
                  </a:cubicBezTo>
                  <a:close/>
                  <a:moveTo>
                    <a:pt x="5640" y="1"/>
                  </a:moveTo>
                  <a:cubicBezTo>
                    <a:pt x="4758" y="1"/>
                    <a:pt x="4065" y="1072"/>
                    <a:pt x="3655" y="2489"/>
                  </a:cubicBezTo>
                  <a:cubicBezTo>
                    <a:pt x="3498" y="2426"/>
                    <a:pt x="3340" y="2395"/>
                    <a:pt x="3214" y="2395"/>
                  </a:cubicBezTo>
                  <a:cubicBezTo>
                    <a:pt x="3183" y="1859"/>
                    <a:pt x="2742" y="1418"/>
                    <a:pt x="2174" y="1418"/>
                  </a:cubicBezTo>
                  <a:cubicBezTo>
                    <a:pt x="1607" y="1418"/>
                    <a:pt x="1166" y="1891"/>
                    <a:pt x="1166" y="2426"/>
                  </a:cubicBezTo>
                  <a:cubicBezTo>
                    <a:pt x="883" y="2552"/>
                    <a:pt x="694" y="2710"/>
                    <a:pt x="568" y="2962"/>
                  </a:cubicBezTo>
                  <a:cubicBezTo>
                    <a:pt x="32" y="3907"/>
                    <a:pt x="977" y="5104"/>
                    <a:pt x="1702" y="5892"/>
                  </a:cubicBezTo>
                  <a:cubicBezTo>
                    <a:pt x="946" y="6743"/>
                    <a:pt x="1" y="8003"/>
                    <a:pt x="568" y="8885"/>
                  </a:cubicBezTo>
                  <a:cubicBezTo>
                    <a:pt x="879" y="9433"/>
                    <a:pt x="1519" y="9600"/>
                    <a:pt x="2210" y="9600"/>
                  </a:cubicBezTo>
                  <a:cubicBezTo>
                    <a:pt x="2710" y="9600"/>
                    <a:pt x="3237" y="9513"/>
                    <a:pt x="3687" y="9420"/>
                  </a:cubicBezTo>
                  <a:cubicBezTo>
                    <a:pt x="3718" y="9578"/>
                    <a:pt x="3750" y="9673"/>
                    <a:pt x="3844" y="9830"/>
                  </a:cubicBezTo>
                  <a:cubicBezTo>
                    <a:pt x="3403" y="10145"/>
                    <a:pt x="3246" y="10744"/>
                    <a:pt x="3529" y="11216"/>
                  </a:cubicBezTo>
                  <a:cubicBezTo>
                    <a:pt x="3718" y="11531"/>
                    <a:pt x="4065" y="11720"/>
                    <a:pt x="4411" y="11720"/>
                  </a:cubicBezTo>
                  <a:cubicBezTo>
                    <a:pt x="4600" y="11720"/>
                    <a:pt x="4789" y="11689"/>
                    <a:pt x="4947" y="11563"/>
                  </a:cubicBezTo>
                  <a:cubicBezTo>
                    <a:pt x="5167" y="11720"/>
                    <a:pt x="5419" y="11846"/>
                    <a:pt x="5703" y="11846"/>
                  </a:cubicBezTo>
                  <a:cubicBezTo>
                    <a:pt x="6585" y="11846"/>
                    <a:pt x="7278" y="10775"/>
                    <a:pt x="7688" y="9357"/>
                  </a:cubicBezTo>
                  <a:cubicBezTo>
                    <a:pt x="8143" y="9478"/>
                    <a:pt x="8678" y="9576"/>
                    <a:pt x="9184" y="9576"/>
                  </a:cubicBezTo>
                  <a:cubicBezTo>
                    <a:pt x="9868" y="9576"/>
                    <a:pt x="10499" y="9397"/>
                    <a:pt x="10807" y="8853"/>
                  </a:cubicBezTo>
                  <a:cubicBezTo>
                    <a:pt x="11374" y="7908"/>
                    <a:pt x="10429" y="6680"/>
                    <a:pt x="9673" y="5892"/>
                  </a:cubicBezTo>
                  <a:cubicBezTo>
                    <a:pt x="9799" y="5797"/>
                    <a:pt x="9862" y="5671"/>
                    <a:pt x="9988" y="5545"/>
                  </a:cubicBezTo>
                  <a:cubicBezTo>
                    <a:pt x="10145" y="5640"/>
                    <a:pt x="10271" y="5671"/>
                    <a:pt x="10429" y="5671"/>
                  </a:cubicBezTo>
                  <a:cubicBezTo>
                    <a:pt x="10775" y="5671"/>
                    <a:pt x="11122" y="5482"/>
                    <a:pt x="11311" y="5167"/>
                  </a:cubicBezTo>
                  <a:cubicBezTo>
                    <a:pt x="11594" y="4632"/>
                    <a:pt x="11437" y="4002"/>
                    <a:pt x="10933" y="3750"/>
                  </a:cubicBezTo>
                  <a:cubicBezTo>
                    <a:pt x="10964" y="3466"/>
                    <a:pt x="10901" y="3183"/>
                    <a:pt x="10775" y="2962"/>
                  </a:cubicBezTo>
                  <a:cubicBezTo>
                    <a:pt x="10457" y="2432"/>
                    <a:pt x="9842" y="2259"/>
                    <a:pt x="9179" y="2259"/>
                  </a:cubicBezTo>
                  <a:cubicBezTo>
                    <a:pt x="8661" y="2259"/>
                    <a:pt x="8113" y="2365"/>
                    <a:pt x="7656" y="2489"/>
                  </a:cubicBezTo>
                  <a:cubicBezTo>
                    <a:pt x="7278" y="1072"/>
                    <a:pt x="6585" y="1"/>
                    <a:pt x="5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1" name="Google Shape;501;g3fa04938a25_0_280"/>
          <p:cNvGrpSpPr/>
          <p:nvPr/>
        </p:nvGrpSpPr>
        <p:grpSpPr>
          <a:xfrm>
            <a:off x="6863053" y="3092374"/>
            <a:ext cx="353757" cy="331241"/>
            <a:chOff x="-25834600" y="3564375"/>
            <a:chExt cx="296950" cy="278050"/>
          </a:xfrm>
        </p:grpSpPr>
        <p:sp>
          <p:nvSpPr>
            <p:cNvPr id="502" name="Google Shape;502;g3fa04938a25_0_280"/>
            <p:cNvSpPr/>
            <p:nvPr/>
          </p:nvSpPr>
          <p:spPr>
            <a:xfrm>
              <a:off x="-25694400" y="3703775"/>
              <a:ext cx="17350" cy="17375"/>
            </a:xfrm>
            <a:custGeom>
              <a:rect b="b" l="l" r="r" t="t"/>
              <a:pathLst>
                <a:path extrusionOk="0" h="695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3" y="537"/>
                    <a:pt x="693" y="347"/>
                  </a:cubicBezTo>
                  <a:cubicBezTo>
                    <a:pt x="693" y="158"/>
                    <a:pt x="504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g3fa04938a25_0_280"/>
            <p:cNvSpPr/>
            <p:nvPr/>
          </p:nvSpPr>
          <p:spPr>
            <a:xfrm>
              <a:off x="-25591225" y="3703775"/>
              <a:ext cx="53575" cy="18150"/>
            </a:xfrm>
            <a:custGeom>
              <a:rect b="b" l="l" r="r" t="t"/>
              <a:pathLst>
                <a:path extrusionOk="0" h="726" w="2143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726"/>
                    <a:pt x="347" y="726"/>
                  </a:cubicBezTo>
                  <a:lnTo>
                    <a:pt x="1765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g3fa04938a25_0_280"/>
            <p:cNvSpPr/>
            <p:nvPr/>
          </p:nvSpPr>
          <p:spPr>
            <a:xfrm>
              <a:off x="-25834600" y="3703775"/>
              <a:ext cx="53575" cy="18150"/>
            </a:xfrm>
            <a:custGeom>
              <a:rect b="b" l="l" r="r" t="t"/>
              <a:pathLst>
                <a:path extrusionOk="0" h="726" w="2143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1796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g3fa04938a25_0_280"/>
            <p:cNvSpPr/>
            <p:nvPr/>
          </p:nvSpPr>
          <p:spPr>
            <a:xfrm>
              <a:off x="-25695200" y="3564375"/>
              <a:ext cx="17350" cy="52800"/>
            </a:xfrm>
            <a:custGeom>
              <a:rect b="b" l="l" r="r" t="t"/>
              <a:pathLst>
                <a:path extrusionOk="0" h="2112" w="694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1"/>
                    <a:pt x="347" y="2111"/>
                  </a:cubicBezTo>
                  <a:cubicBezTo>
                    <a:pt x="536" y="2111"/>
                    <a:pt x="694" y="1954"/>
                    <a:pt x="694" y="1765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g3fa04938a25_0_280"/>
            <p:cNvSpPr/>
            <p:nvPr/>
          </p:nvSpPr>
          <p:spPr>
            <a:xfrm>
              <a:off x="-25792850" y="3606125"/>
              <a:ext cx="42550" cy="40975"/>
            </a:xfrm>
            <a:custGeom>
              <a:rect b="b" l="l" r="r" t="t"/>
              <a:pathLst>
                <a:path extrusionOk="0" h="1639" w="1702">
                  <a:moveTo>
                    <a:pt x="351" y="0"/>
                  </a:moveTo>
                  <a:cubicBezTo>
                    <a:pt x="260" y="0"/>
                    <a:pt x="173" y="32"/>
                    <a:pt x="126" y="95"/>
                  </a:cubicBezTo>
                  <a:cubicBezTo>
                    <a:pt x="0" y="221"/>
                    <a:pt x="0" y="441"/>
                    <a:pt x="126" y="567"/>
                  </a:cubicBezTo>
                  <a:lnTo>
                    <a:pt x="1103" y="1544"/>
                  </a:lnTo>
                  <a:cubicBezTo>
                    <a:pt x="1166" y="1607"/>
                    <a:pt x="1252" y="1639"/>
                    <a:pt x="1339" y="1639"/>
                  </a:cubicBezTo>
                  <a:cubicBezTo>
                    <a:pt x="1426" y="1639"/>
                    <a:pt x="1512" y="1607"/>
                    <a:pt x="1575" y="1544"/>
                  </a:cubicBezTo>
                  <a:cubicBezTo>
                    <a:pt x="1701" y="1418"/>
                    <a:pt x="1701" y="1198"/>
                    <a:pt x="1575" y="1071"/>
                  </a:cubicBezTo>
                  <a:lnTo>
                    <a:pt x="599" y="95"/>
                  </a:lnTo>
                  <a:cubicBezTo>
                    <a:pt x="536" y="32"/>
                    <a:pt x="441" y="0"/>
                    <a:pt x="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g3fa04938a25_0_280"/>
            <p:cNvSpPr/>
            <p:nvPr/>
          </p:nvSpPr>
          <p:spPr>
            <a:xfrm>
              <a:off x="-25621950" y="3606125"/>
              <a:ext cx="43350" cy="40975"/>
            </a:xfrm>
            <a:custGeom>
              <a:rect b="b" l="l" r="r" t="t"/>
              <a:pathLst>
                <a:path extrusionOk="0" h="1639" w="1734">
                  <a:moveTo>
                    <a:pt x="1351" y="0"/>
                  </a:moveTo>
                  <a:cubicBezTo>
                    <a:pt x="1261" y="0"/>
                    <a:pt x="1166" y="32"/>
                    <a:pt x="1103" y="95"/>
                  </a:cubicBezTo>
                  <a:lnTo>
                    <a:pt x="127" y="1071"/>
                  </a:lnTo>
                  <a:cubicBezTo>
                    <a:pt x="1" y="1198"/>
                    <a:pt x="1" y="1418"/>
                    <a:pt x="127" y="1544"/>
                  </a:cubicBezTo>
                  <a:cubicBezTo>
                    <a:pt x="190" y="1607"/>
                    <a:pt x="284" y="1639"/>
                    <a:pt x="375" y="1639"/>
                  </a:cubicBezTo>
                  <a:cubicBezTo>
                    <a:pt x="465" y="1639"/>
                    <a:pt x="552" y="1607"/>
                    <a:pt x="599" y="1544"/>
                  </a:cubicBezTo>
                  <a:lnTo>
                    <a:pt x="1576" y="567"/>
                  </a:lnTo>
                  <a:cubicBezTo>
                    <a:pt x="1733" y="441"/>
                    <a:pt x="1733" y="221"/>
                    <a:pt x="1576" y="95"/>
                  </a:cubicBezTo>
                  <a:cubicBezTo>
                    <a:pt x="1529" y="32"/>
                    <a:pt x="1442" y="0"/>
                    <a:pt x="1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g3fa04938a25_0_280"/>
            <p:cNvSpPr/>
            <p:nvPr/>
          </p:nvSpPr>
          <p:spPr>
            <a:xfrm>
              <a:off x="-25783400" y="3806975"/>
              <a:ext cx="192200" cy="35450"/>
            </a:xfrm>
            <a:custGeom>
              <a:rect b="b" l="l" r="r" t="t"/>
              <a:pathLst>
                <a:path extrusionOk="0" h="1418" w="7688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lnTo>
                    <a:pt x="7309" y="1418"/>
                  </a:lnTo>
                  <a:cubicBezTo>
                    <a:pt x="7530" y="1418"/>
                    <a:pt x="7687" y="1260"/>
                    <a:pt x="7687" y="1071"/>
                  </a:cubicBezTo>
                  <a:lnTo>
                    <a:pt x="7687" y="725"/>
                  </a:lnTo>
                  <a:cubicBezTo>
                    <a:pt x="7687" y="315"/>
                    <a:pt x="7372" y="0"/>
                    <a:pt x="69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g3fa04938a25_0_280"/>
            <p:cNvSpPr/>
            <p:nvPr/>
          </p:nvSpPr>
          <p:spPr>
            <a:xfrm>
              <a:off x="-25764500" y="3635275"/>
              <a:ext cx="153600" cy="155175"/>
            </a:xfrm>
            <a:custGeom>
              <a:rect b="b" l="l" r="r" t="t"/>
              <a:pathLst>
                <a:path extrusionOk="0" h="6207" w="6144">
                  <a:moveTo>
                    <a:pt x="3025" y="0"/>
                  </a:moveTo>
                  <a:cubicBezTo>
                    <a:pt x="1355" y="0"/>
                    <a:pt x="0" y="1355"/>
                    <a:pt x="0" y="3087"/>
                  </a:cubicBezTo>
                  <a:lnTo>
                    <a:pt x="0" y="6206"/>
                  </a:lnTo>
                  <a:lnTo>
                    <a:pt x="2773" y="6206"/>
                  </a:lnTo>
                  <a:lnTo>
                    <a:pt x="2773" y="4064"/>
                  </a:lnTo>
                  <a:cubicBezTo>
                    <a:pt x="2363" y="3938"/>
                    <a:pt x="2048" y="3560"/>
                    <a:pt x="2048" y="3087"/>
                  </a:cubicBezTo>
                  <a:cubicBezTo>
                    <a:pt x="2048" y="2489"/>
                    <a:pt x="2521" y="2079"/>
                    <a:pt x="3088" y="2079"/>
                  </a:cubicBezTo>
                  <a:cubicBezTo>
                    <a:pt x="3655" y="2079"/>
                    <a:pt x="4096" y="2552"/>
                    <a:pt x="4096" y="3087"/>
                  </a:cubicBezTo>
                  <a:cubicBezTo>
                    <a:pt x="4096" y="3529"/>
                    <a:pt x="3812" y="3938"/>
                    <a:pt x="3403" y="4064"/>
                  </a:cubicBezTo>
                  <a:lnTo>
                    <a:pt x="3403" y="6206"/>
                  </a:lnTo>
                  <a:lnTo>
                    <a:pt x="6144" y="6206"/>
                  </a:lnTo>
                  <a:lnTo>
                    <a:pt x="6144" y="3087"/>
                  </a:lnTo>
                  <a:cubicBezTo>
                    <a:pt x="6144" y="1355"/>
                    <a:pt x="4726" y="0"/>
                    <a:pt x="30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0" name="Google Shape;510;g3fa04938a25_0_280"/>
          <p:cNvSpPr/>
          <p:nvPr/>
        </p:nvSpPr>
        <p:spPr>
          <a:xfrm>
            <a:off x="1905631" y="3085788"/>
            <a:ext cx="375349" cy="344435"/>
          </a:xfrm>
          <a:custGeom>
            <a:rect b="b" l="l" r="r" t="t"/>
            <a:pathLst>
              <a:path extrusionOk="0" h="11565" w="12603">
                <a:moveTo>
                  <a:pt x="9200" y="822"/>
                </a:moveTo>
                <a:lnTo>
                  <a:pt x="11311" y="2933"/>
                </a:lnTo>
                <a:cubicBezTo>
                  <a:pt x="11279" y="3185"/>
                  <a:pt x="11185" y="3437"/>
                  <a:pt x="11090" y="3689"/>
                </a:cubicBezTo>
                <a:lnTo>
                  <a:pt x="8444" y="1074"/>
                </a:lnTo>
                <a:cubicBezTo>
                  <a:pt x="8664" y="948"/>
                  <a:pt x="8916" y="853"/>
                  <a:pt x="9200" y="822"/>
                </a:cubicBezTo>
                <a:close/>
                <a:moveTo>
                  <a:pt x="7814" y="1389"/>
                </a:moveTo>
                <a:lnTo>
                  <a:pt x="10712" y="4287"/>
                </a:lnTo>
                <a:cubicBezTo>
                  <a:pt x="10649" y="4413"/>
                  <a:pt x="10555" y="4476"/>
                  <a:pt x="10492" y="4571"/>
                </a:cubicBezTo>
                <a:cubicBezTo>
                  <a:pt x="10397" y="4634"/>
                  <a:pt x="10334" y="4728"/>
                  <a:pt x="10208" y="4791"/>
                </a:cubicBezTo>
                <a:lnTo>
                  <a:pt x="7310" y="1893"/>
                </a:lnTo>
                <a:cubicBezTo>
                  <a:pt x="7373" y="1798"/>
                  <a:pt x="7467" y="1704"/>
                  <a:pt x="7530" y="1609"/>
                </a:cubicBezTo>
                <a:cubicBezTo>
                  <a:pt x="7625" y="1546"/>
                  <a:pt x="7688" y="1452"/>
                  <a:pt x="7814" y="1389"/>
                </a:cubicBezTo>
                <a:close/>
                <a:moveTo>
                  <a:pt x="6994" y="2523"/>
                </a:moveTo>
                <a:lnTo>
                  <a:pt x="9609" y="5169"/>
                </a:lnTo>
                <a:cubicBezTo>
                  <a:pt x="9389" y="5264"/>
                  <a:pt x="9105" y="5327"/>
                  <a:pt x="8885" y="5390"/>
                </a:cubicBezTo>
                <a:lnTo>
                  <a:pt x="6742" y="3279"/>
                </a:lnTo>
                <a:cubicBezTo>
                  <a:pt x="6774" y="3027"/>
                  <a:pt x="6868" y="2743"/>
                  <a:pt x="6994" y="2523"/>
                </a:cubicBezTo>
                <a:close/>
                <a:moveTo>
                  <a:pt x="3812" y="6209"/>
                </a:moveTo>
                <a:lnTo>
                  <a:pt x="5923" y="8351"/>
                </a:lnTo>
                <a:cubicBezTo>
                  <a:pt x="5892" y="8572"/>
                  <a:pt x="5797" y="8855"/>
                  <a:pt x="5671" y="9107"/>
                </a:cubicBezTo>
                <a:lnTo>
                  <a:pt x="3056" y="6461"/>
                </a:lnTo>
                <a:cubicBezTo>
                  <a:pt x="3277" y="6335"/>
                  <a:pt x="3560" y="6272"/>
                  <a:pt x="3812" y="6209"/>
                </a:cubicBezTo>
                <a:close/>
                <a:moveTo>
                  <a:pt x="2426" y="6776"/>
                </a:moveTo>
                <a:lnTo>
                  <a:pt x="5325" y="9675"/>
                </a:lnTo>
                <a:cubicBezTo>
                  <a:pt x="5262" y="9801"/>
                  <a:pt x="5167" y="9895"/>
                  <a:pt x="5104" y="9958"/>
                </a:cubicBezTo>
                <a:cubicBezTo>
                  <a:pt x="5010" y="10053"/>
                  <a:pt x="4947" y="10116"/>
                  <a:pt x="4821" y="10210"/>
                </a:cubicBezTo>
                <a:lnTo>
                  <a:pt x="1891" y="7280"/>
                </a:lnTo>
                <a:cubicBezTo>
                  <a:pt x="1985" y="7217"/>
                  <a:pt x="2080" y="7091"/>
                  <a:pt x="2143" y="6997"/>
                </a:cubicBezTo>
                <a:cubicBezTo>
                  <a:pt x="2206" y="6934"/>
                  <a:pt x="2300" y="6839"/>
                  <a:pt x="2426" y="6776"/>
                </a:cubicBezTo>
                <a:close/>
                <a:moveTo>
                  <a:pt x="1576" y="7910"/>
                </a:moveTo>
                <a:lnTo>
                  <a:pt x="4222" y="10557"/>
                </a:lnTo>
                <a:cubicBezTo>
                  <a:pt x="4002" y="10620"/>
                  <a:pt x="3718" y="10714"/>
                  <a:pt x="3466" y="10777"/>
                </a:cubicBezTo>
                <a:lnTo>
                  <a:pt x="1355" y="8666"/>
                </a:lnTo>
                <a:cubicBezTo>
                  <a:pt x="1387" y="8414"/>
                  <a:pt x="1481" y="8162"/>
                  <a:pt x="1576" y="7910"/>
                </a:cubicBezTo>
                <a:close/>
                <a:moveTo>
                  <a:pt x="10602" y="0"/>
                </a:moveTo>
                <a:cubicBezTo>
                  <a:pt x="9383" y="0"/>
                  <a:pt x="7954" y="274"/>
                  <a:pt x="7089" y="1168"/>
                </a:cubicBezTo>
                <a:cubicBezTo>
                  <a:pt x="6207" y="2082"/>
                  <a:pt x="5923" y="3500"/>
                  <a:pt x="5923" y="4728"/>
                </a:cubicBezTo>
                <a:cubicBezTo>
                  <a:pt x="6238" y="4760"/>
                  <a:pt x="6459" y="4791"/>
                  <a:pt x="6522" y="4791"/>
                </a:cubicBezTo>
                <a:lnTo>
                  <a:pt x="6585" y="4791"/>
                </a:lnTo>
                <a:lnTo>
                  <a:pt x="6585" y="4130"/>
                </a:lnTo>
                <a:lnTo>
                  <a:pt x="7971" y="5516"/>
                </a:lnTo>
                <a:cubicBezTo>
                  <a:pt x="7751" y="5532"/>
                  <a:pt x="7540" y="5538"/>
                  <a:pt x="7348" y="5538"/>
                </a:cubicBezTo>
                <a:cubicBezTo>
                  <a:pt x="6772" y="5538"/>
                  <a:pt x="6364" y="5484"/>
                  <a:pt x="6364" y="5484"/>
                </a:cubicBezTo>
                <a:cubicBezTo>
                  <a:pt x="6314" y="5459"/>
                  <a:pt x="5810" y="5369"/>
                  <a:pt x="5121" y="5369"/>
                </a:cubicBezTo>
                <a:cubicBezTo>
                  <a:pt x="4077" y="5369"/>
                  <a:pt x="2606" y="5575"/>
                  <a:pt x="1639" y="6524"/>
                </a:cubicBezTo>
                <a:cubicBezTo>
                  <a:pt x="0" y="8162"/>
                  <a:pt x="536" y="11155"/>
                  <a:pt x="567" y="11250"/>
                </a:cubicBezTo>
                <a:cubicBezTo>
                  <a:pt x="599" y="11407"/>
                  <a:pt x="725" y="11533"/>
                  <a:pt x="914" y="11533"/>
                </a:cubicBezTo>
                <a:lnTo>
                  <a:pt x="1009" y="11533"/>
                </a:lnTo>
                <a:cubicBezTo>
                  <a:pt x="1198" y="11502"/>
                  <a:pt x="1324" y="11344"/>
                  <a:pt x="1261" y="11155"/>
                </a:cubicBezTo>
                <a:cubicBezTo>
                  <a:pt x="1261" y="11155"/>
                  <a:pt x="1166" y="10399"/>
                  <a:pt x="1229" y="9517"/>
                </a:cubicBezTo>
                <a:lnTo>
                  <a:pt x="1229" y="9517"/>
                </a:lnTo>
                <a:lnTo>
                  <a:pt x="2615" y="10903"/>
                </a:lnTo>
                <a:cubicBezTo>
                  <a:pt x="2447" y="10903"/>
                  <a:pt x="2293" y="10917"/>
                  <a:pt x="2153" y="10917"/>
                </a:cubicBezTo>
                <a:cubicBezTo>
                  <a:pt x="2083" y="10917"/>
                  <a:pt x="2017" y="10914"/>
                  <a:pt x="1954" y="10903"/>
                </a:cubicBezTo>
                <a:lnTo>
                  <a:pt x="1954" y="10966"/>
                </a:lnTo>
                <a:cubicBezTo>
                  <a:pt x="1985" y="11187"/>
                  <a:pt x="1954" y="11407"/>
                  <a:pt x="1859" y="11565"/>
                </a:cubicBezTo>
                <a:lnTo>
                  <a:pt x="2048" y="11565"/>
                </a:lnTo>
                <a:cubicBezTo>
                  <a:pt x="3277" y="11565"/>
                  <a:pt x="4695" y="11281"/>
                  <a:pt x="5577" y="10399"/>
                </a:cubicBezTo>
                <a:cubicBezTo>
                  <a:pt x="6427" y="9517"/>
                  <a:pt x="6742" y="8068"/>
                  <a:pt x="6742" y="6839"/>
                </a:cubicBezTo>
                <a:cubicBezTo>
                  <a:pt x="6396" y="6808"/>
                  <a:pt x="6144" y="6776"/>
                  <a:pt x="6112" y="6776"/>
                </a:cubicBezTo>
                <a:lnTo>
                  <a:pt x="6049" y="6776"/>
                </a:lnTo>
                <a:lnTo>
                  <a:pt x="6049" y="7438"/>
                </a:lnTo>
                <a:lnTo>
                  <a:pt x="4663" y="6051"/>
                </a:lnTo>
                <a:cubicBezTo>
                  <a:pt x="4876" y="6036"/>
                  <a:pt x="5083" y="6030"/>
                  <a:pt x="5273" y="6030"/>
                </a:cubicBezTo>
                <a:cubicBezTo>
                  <a:pt x="5845" y="6030"/>
                  <a:pt x="6270" y="6083"/>
                  <a:pt x="6270" y="6083"/>
                </a:cubicBezTo>
                <a:cubicBezTo>
                  <a:pt x="6301" y="6083"/>
                  <a:pt x="6837" y="6178"/>
                  <a:pt x="7499" y="6178"/>
                </a:cubicBezTo>
                <a:cubicBezTo>
                  <a:pt x="8727" y="6178"/>
                  <a:pt x="10145" y="5862"/>
                  <a:pt x="10996" y="4980"/>
                </a:cubicBezTo>
                <a:cubicBezTo>
                  <a:pt x="12602" y="3374"/>
                  <a:pt x="12098" y="381"/>
                  <a:pt x="12067" y="255"/>
                </a:cubicBezTo>
                <a:cubicBezTo>
                  <a:pt x="12035" y="160"/>
                  <a:pt x="11878" y="34"/>
                  <a:pt x="11657" y="34"/>
                </a:cubicBezTo>
                <a:cubicBezTo>
                  <a:pt x="11468" y="66"/>
                  <a:pt x="11342" y="223"/>
                  <a:pt x="11405" y="444"/>
                </a:cubicBezTo>
                <a:cubicBezTo>
                  <a:pt x="11405" y="444"/>
                  <a:pt x="11531" y="1168"/>
                  <a:pt x="11437" y="2050"/>
                </a:cubicBezTo>
                <a:lnTo>
                  <a:pt x="10050" y="664"/>
                </a:lnTo>
                <a:cubicBezTo>
                  <a:pt x="10218" y="664"/>
                  <a:pt x="10373" y="650"/>
                  <a:pt x="10513" y="650"/>
                </a:cubicBezTo>
                <a:cubicBezTo>
                  <a:pt x="10583" y="650"/>
                  <a:pt x="10649" y="654"/>
                  <a:pt x="10712" y="664"/>
                </a:cubicBezTo>
                <a:lnTo>
                  <a:pt x="10712" y="601"/>
                </a:lnTo>
                <a:cubicBezTo>
                  <a:pt x="10681" y="381"/>
                  <a:pt x="10712" y="160"/>
                  <a:pt x="10807" y="3"/>
                </a:cubicBezTo>
                <a:cubicBezTo>
                  <a:pt x="10739" y="1"/>
                  <a:pt x="10671" y="0"/>
                  <a:pt x="1060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a04938a25_0_215"/>
          <p:cNvSpPr txBox="1"/>
          <p:nvPr/>
        </p:nvSpPr>
        <p:spPr>
          <a:xfrm>
            <a:off x="720000" y="1206050"/>
            <a:ext cx="7704000" cy="3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Desarrollar una propuesta de sistema de gestión y coordinación de donantes que permita facilitar la identificación, búsqueda y contacto oportuno de personas compatibles ante requerimientos de transfusión sanguínea, con énfasis en características sanguíneas poco frecuentes.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Específicos</a:t>
            </a:r>
            <a:endParaRPr b="0" i="0" sz="1400" u="none" cap="none" strike="noStrik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1. </a:t>
            </a:r>
            <a:r>
              <a:rPr b="1"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Analizar el proceso actual de búsqueda y coordinación de donantes</a:t>
            </a: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ante requerimientos de transfusión sanguínea, identificando sus principales dificultades y necesidades.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2. </a:t>
            </a:r>
            <a:r>
              <a:rPr b="1"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Diseñar un modelo unificado para organizar y gestionar información relevante</a:t>
            </a: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de los donantes y sus características sanguíneas.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3. </a:t>
            </a:r>
            <a:r>
              <a:rPr b="1"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Diseñar un mecanismo de búsqueda y priorización </a:t>
            </a: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de donantes compatibles considerando criterios de compatibilidad, disponibilidad y oportunidad de respuesta.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4. </a:t>
            </a:r>
            <a:r>
              <a:rPr b="1"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Diseñar mecanismos de seguimiento y fidelización</a:t>
            </a: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orientados a mantener la disponibilidad de donantes, especialmente aquellos con características sanguíneas poco frecuentes.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5. </a:t>
            </a:r>
            <a:r>
              <a:rPr b="1"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Desarrollar un prototipo funcional </a:t>
            </a: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que permita demostrar el registro, búsqueda, priorización y coordinación de donantes ante distintos escenarios de requerimiento de sangre.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6. </a:t>
            </a:r>
            <a:r>
              <a:rPr b="1"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Evaluar el funcionamiento</a:t>
            </a: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de la propuesta mediante escenarios de prueba que permitan analizar su capacidad para facilitar la búsqueda y coordinación de donantes. 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16" name="Google Shape;516;g3fa04938a25_0_215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Objetivos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a04938a25_0_138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Alcance </a:t>
            </a:r>
            <a:r>
              <a:rPr lang="en">
                <a:latin typeface="Be Vietnam Pro"/>
                <a:ea typeface="Be Vietnam Pro"/>
                <a:cs typeface="Be Vietnam Pro"/>
                <a:sym typeface="Be Vietnam Pro"/>
              </a:rPr>
              <a:t>del proyecto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22" name="Google Shape;522;g3fa04938a25_0_138"/>
          <p:cNvSpPr txBox="1"/>
          <p:nvPr>
            <p:ph idx="2" type="subTitle"/>
          </p:nvPr>
        </p:nvSpPr>
        <p:spPr>
          <a:xfrm>
            <a:off x="150250" y="1373750"/>
            <a:ext cx="4421700" cy="3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Registro y ficha de donantes</a:t>
            </a:r>
            <a:r>
              <a:rPr lang="en"/>
              <a:t>, incluyendo etiquetas de fenotipo raro y donante frecuente de plaquetas.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Búsqueda y filtrado</a:t>
            </a:r>
            <a:r>
              <a:rPr lang="en"/>
              <a:t> por grupo sanguíneo, fenotipo y disponibilidad, considerando la regla de 3 meses desde la última donación.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Priorización automática</a:t>
            </a:r>
            <a:r>
              <a:rPr lang="en"/>
              <a:t> de candidatos ante una solicitud de sangre.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Registro y seguimiento</a:t>
            </a:r>
            <a:r>
              <a:rPr lang="en"/>
              <a:t> de solicitudes durante todo el proceso.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Dashboard </a:t>
            </a:r>
            <a:r>
              <a:rPr lang="en"/>
              <a:t>con cantidad de donantes por tipo/fenotipo y disponibilidad actual.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Registro de consentimiento</a:t>
            </a:r>
            <a:r>
              <a:rPr lang="en"/>
              <a:t>, incluyendo cookies y autorización de contacto, con fecha y hora.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Roles diferenciados</a:t>
            </a:r>
            <a:r>
              <a:rPr lang="en"/>
              <a:t> para administrador/coordinador y tecnólogo médico.</a:t>
            </a:r>
            <a:endParaRPr/>
          </a:p>
        </p:txBody>
      </p:sp>
      <p:sp>
        <p:nvSpPr>
          <p:cNvPr id="523" name="Google Shape;523;g3fa04938a25_0_138"/>
          <p:cNvSpPr txBox="1"/>
          <p:nvPr>
            <p:ph idx="4294967295" type="subTitle"/>
          </p:nvPr>
        </p:nvSpPr>
        <p:spPr>
          <a:xfrm>
            <a:off x="1144375" y="1214100"/>
            <a:ext cx="2505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600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El sistema hará</a:t>
            </a:r>
            <a:endParaRPr sz="600"/>
          </a:p>
        </p:txBody>
      </p:sp>
      <p:sp>
        <p:nvSpPr>
          <p:cNvPr id="524" name="Google Shape;524;g3fa04938a25_0_138"/>
          <p:cNvSpPr txBox="1"/>
          <p:nvPr>
            <p:ph idx="1" type="subTitle"/>
          </p:nvPr>
        </p:nvSpPr>
        <p:spPr>
          <a:xfrm>
            <a:off x="4623250" y="1519500"/>
            <a:ext cx="4421700" cy="2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No conecta con otras instituciones</a:t>
            </a:r>
            <a:r>
              <a:rPr lang="en"/>
              <a:t> ni con un registro global real (queda como arquitectura preparada).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No reemplaza e-Delphyn</a:t>
            </a:r>
            <a:r>
              <a:rPr lang="en"/>
              <a:t> ni gestiona el proceso clínico.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No usa datos reales de personas</a:t>
            </a:r>
            <a:r>
              <a:rPr lang="en"/>
              <a:t>; el prototipo trabaja con datos simulados.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No es app móvil nativa</a:t>
            </a:r>
            <a:r>
              <a:rPr lang="en"/>
              <a:t> (podría evaluarse un PWA a futuro).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No incluye fidelización/gamificación de donantes.</a:t>
            </a:r>
            <a:endParaRPr b="1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25" name="Google Shape;525;g3fa04938a25_0_138"/>
          <p:cNvSpPr txBox="1"/>
          <p:nvPr>
            <p:ph idx="4294967295" type="subTitle"/>
          </p:nvPr>
        </p:nvSpPr>
        <p:spPr>
          <a:xfrm>
            <a:off x="5464450" y="1214100"/>
            <a:ext cx="2505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600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No hará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fa04938a25_0_220"/>
          <p:cNvSpPr txBox="1"/>
          <p:nvPr>
            <p:ph type="title"/>
          </p:nvPr>
        </p:nvSpPr>
        <p:spPr>
          <a:xfrm>
            <a:off x="2708250" y="539500"/>
            <a:ext cx="3836700" cy="151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Diseño</a:t>
            </a:r>
            <a:endParaRPr/>
          </a:p>
        </p:txBody>
      </p:sp>
      <p:sp>
        <p:nvSpPr>
          <p:cNvPr id="531" name="Google Shape;531;g3fa04938a25_0_220"/>
          <p:cNvSpPr txBox="1"/>
          <p:nvPr>
            <p:ph idx="2" type="title"/>
          </p:nvPr>
        </p:nvSpPr>
        <p:spPr>
          <a:xfrm>
            <a:off x="6849672" y="644625"/>
            <a:ext cx="1580100" cy="1908600"/>
          </a:xfrm>
          <a:prstGeom prst="rect">
            <a:avLst/>
          </a:prstGeom>
          <a:solidFill>
            <a:srgbClr val="ADBFFC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32" name="Google Shape;532;g3fa04938a25_0_220"/>
          <p:cNvSpPr txBox="1"/>
          <p:nvPr>
            <p:ph idx="1" type="subTitle"/>
          </p:nvPr>
        </p:nvSpPr>
        <p:spPr>
          <a:xfrm>
            <a:off x="3647200" y="1970200"/>
            <a:ext cx="28977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Funcionalidades principales y requisitos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533" name="Google Shape;533;g3fa04938a25_0_220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1480" r="31872" t="0"/>
          <a:stretch/>
        </p:blipFill>
        <p:spPr>
          <a:xfrm>
            <a:off x="98130" y="2553223"/>
            <a:ext cx="3335400" cy="3335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a04938a25_0_248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Diagrama </a:t>
            </a:r>
            <a:r>
              <a:rPr lang="en">
                <a:latin typeface="Be Vietnam Pro"/>
                <a:ea typeface="Be Vietnam Pro"/>
                <a:cs typeface="Be Vietnam Pro"/>
                <a:sym typeface="Be Vietnam Pro"/>
              </a:rPr>
              <a:t>Entidad-Relación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39" name="Google Shape;539;g3fa04938a25_0_248"/>
          <p:cNvSpPr txBox="1"/>
          <p:nvPr/>
        </p:nvSpPr>
        <p:spPr>
          <a:xfrm>
            <a:off x="1426170" y="4133675"/>
            <a:ext cx="171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For more info:</a:t>
            </a:r>
            <a:br>
              <a:rPr b="1" i="0" lang="en" sz="10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</a:br>
            <a:r>
              <a:rPr b="1" i="0" lang="en" sz="1000" u="sng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i="0" lang="en" sz="10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| </a:t>
            </a:r>
            <a:r>
              <a:rPr b="1" i="0" lang="en" sz="1000" u="sng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r>
              <a:rPr b="1" i="0" lang="en" sz="10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| </a:t>
            </a:r>
            <a:r>
              <a:rPr b="1" i="0" lang="en" sz="1000" u="sng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FAQs</a:t>
            </a:r>
            <a:endParaRPr b="1" i="0" sz="1000" u="sng" cap="none" strike="noStrik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540" name="Google Shape;540;g3fa04938a25_0_248" title="RedSangre Modlo Entidad-Relacion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188" y="1129848"/>
            <a:ext cx="8660526" cy="3558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a04938a25_0_256"/>
          <p:cNvSpPr txBox="1"/>
          <p:nvPr>
            <p:ph type="title"/>
          </p:nvPr>
        </p:nvSpPr>
        <p:spPr>
          <a:xfrm>
            <a:off x="713225" y="557150"/>
            <a:ext cx="605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Diagrama </a:t>
            </a:r>
            <a:r>
              <a:rPr lang="en">
                <a:latin typeface="Be Vietnam Pro"/>
                <a:ea typeface="Be Vietnam Pro"/>
                <a:cs typeface="Be Vietnam Pro"/>
                <a:sym typeface="Be Vietnam Pro"/>
              </a:rPr>
              <a:t>de componentes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id="546" name="Google Shape;546;g3fa04938a25_0_2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6975" y="0"/>
            <a:ext cx="399906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g3fa04938a25_0_227"/>
          <p:cNvGrpSpPr/>
          <p:nvPr/>
        </p:nvGrpSpPr>
        <p:grpSpPr>
          <a:xfrm>
            <a:off x="4131350" y="1008616"/>
            <a:ext cx="4299342" cy="3126267"/>
            <a:chOff x="331763" y="414153"/>
            <a:chExt cx="6903246" cy="5019697"/>
          </a:xfrm>
        </p:grpSpPr>
        <p:sp>
          <p:nvSpPr>
            <p:cNvPr id="552" name="Google Shape;552;g3fa04938a25_0_227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g3fa04938a25_0_227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g3fa04938a25_0_227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g3fa04938a25_0_227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6" name="Google Shape;556;g3fa04938a25_0_227"/>
          <p:cNvSpPr txBox="1"/>
          <p:nvPr>
            <p:ph type="title"/>
          </p:nvPr>
        </p:nvSpPr>
        <p:spPr>
          <a:xfrm>
            <a:off x="720000" y="1538550"/>
            <a:ext cx="3119400" cy="113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Computer</a:t>
            </a:r>
            <a:r>
              <a:rPr lang="en"/>
              <a:t> mockup</a:t>
            </a:r>
            <a:endParaRPr/>
          </a:p>
        </p:txBody>
      </p:sp>
      <p:sp>
        <p:nvSpPr>
          <p:cNvPr id="557" name="Google Shape;557;g3fa04938a25_0_227"/>
          <p:cNvSpPr txBox="1"/>
          <p:nvPr>
            <p:ph idx="1" type="subTitle"/>
          </p:nvPr>
        </p:nvSpPr>
        <p:spPr>
          <a:xfrm>
            <a:off x="720000" y="2672275"/>
            <a:ext cx="31194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Una primera vista de las interfaces de la solución</a:t>
            </a:r>
            <a:endParaRPr/>
          </a:p>
        </p:txBody>
      </p:sp>
      <p:pic>
        <p:nvPicPr>
          <p:cNvPr id="558" name="Google Shape;558;g3fa04938a25_0_2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1750" y="1204325"/>
            <a:ext cx="4118549" cy="2328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" name="Google Shape;563;g3fa04938a25_0_330"/>
          <p:cNvGrpSpPr/>
          <p:nvPr/>
        </p:nvGrpSpPr>
        <p:grpSpPr>
          <a:xfrm>
            <a:off x="4131350" y="1008616"/>
            <a:ext cx="4299342" cy="3126267"/>
            <a:chOff x="331763" y="414153"/>
            <a:chExt cx="6903246" cy="5019697"/>
          </a:xfrm>
        </p:grpSpPr>
        <p:sp>
          <p:nvSpPr>
            <p:cNvPr id="564" name="Google Shape;564;g3fa04938a25_0_330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g3fa04938a25_0_330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g3fa04938a25_0_330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g3fa04938a25_0_330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8" name="Google Shape;568;g3fa04938a25_0_330"/>
          <p:cNvSpPr txBox="1"/>
          <p:nvPr>
            <p:ph type="title"/>
          </p:nvPr>
        </p:nvSpPr>
        <p:spPr>
          <a:xfrm>
            <a:off x="720000" y="1538550"/>
            <a:ext cx="3119400" cy="113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Computer</a:t>
            </a:r>
            <a:r>
              <a:rPr lang="en"/>
              <a:t> mockup</a:t>
            </a:r>
            <a:endParaRPr/>
          </a:p>
        </p:txBody>
      </p:sp>
      <p:sp>
        <p:nvSpPr>
          <p:cNvPr id="569" name="Google Shape;569;g3fa04938a25_0_330"/>
          <p:cNvSpPr txBox="1"/>
          <p:nvPr>
            <p:ph idx="1" type="subTitle"/>
          </p:nvPr>
        </p:nvSpPr>
        <p:spPr>
          <a:xfrm>
            <a:off x="720000" y="2672275"/>
            <a:ext cx="31194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Una primera vista de las interfaces de la solución</a:t>
            </a:r>
            <a:endParaRPr/>
          </a:p>
        </p:txBody>
      </p:sp>
      <p:pic>
        <p:nvPicPr>
          <p:cNvPr id="570" name="Google Shape;570;g3fa04938a25_0_3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1750" y="1204325"/>
            <a:ext cx="4118549" cy="2299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g3fa04938a25_0_342"/>
          <p:cNvGrpSpPr/>
          <p:nvPr/>
        </p:nvGrpSpPr>
        <p:grpSpPr>
          <a:xfrm>
            <a:off x="4131350" y="1008616"/>
            <a:ext cx="4299342" cy="3126267"/>
            <a:chOff x="331763" y="414153"/>
            <a:chExt cx="6903246" cy="5019697"/>
          </a:xfrm>
        </p:grpSpPr>
        <p:sp>
          <p:nvSpPr>
            <p:cNvPr id="576" name="Google Shape;576;g3fa04938a25_0_342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g3fa04938a25_0_342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g3fa04938a25_0_342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g3fa04938a25_0_342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0" name="Google Shape;580;g3fa04938a25_0_342"/>
          <p:cNvSpPr txBox="1"/>
          <p:nvPr>
            <p:ph type="title"/>
          </p:nvPr>
        </p:nvSpPr>
        <p:spPr>
          <a:xfrm>
            <a:off x="720000" y="1538550"/>
            <a:ext cx="3119400" cy="113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Computer</a:t>
            </a:r>
            <a:r>
              <a:rPr lang="en"/>
              <a:t> mockup</a:t>
            </a:r>
            <a:endParaRPr/>
          </a:p>
        </p:txBody>
      </p:sp>
      <p:sp>
        <p:nvSpPr>
          <p:cNvPr id="581" name="Google Shape;581;g3fa04938a25_0_342"/>
          <p:cNvSpPr txBox="1"/>
          <p:nvPr>
            <p:ph idx="1" type="subTitle"/>
          </p:nvPr>
        </p:nvSpPr>
        <p:spPr>
          <a:xfrm>
            <a:off x="720000" y="2672275"/>
            <a:ext cx="31194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Una primera vista de las interfaces de la solución</a:t>
            </a:r>
            <a:endParaRPr/>
          </a:p>
        </p:txBody>
      </p:sp>
      <p:pic>
        <p:nvPicPr>
          <p:cNvPr id="582" name="Google Shape;582;g3fa04938a25_0_3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165" y="1204325"/>
            <a:ext cx="4095098" cy="229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7" name="Google Shape;587;g3fa04938a25_0_390"/>
          <p:cNvGrpSpPr/>
          <p:nvPr/>
        </p:nvGrpSpPr>
        <p:grpSpPr>
          <a:xfrm>
            <a:off x="4131350" y="1008616"/>
            <a:ext cx="4299342" cy="3126267"/>
            <a:chOff x="331763" y="414153"/>
            <a:chExt cx="6903246" cy="5019697"/>
          </a:xfrm>
        </p:grpSpPr>
        <p:sp>
          <p:nvSpPr>
            <p:cNvPr id="588" name="Google Shape;588;g3fa04938a25_0_390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g3fa04938a25_0_390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g3fa04938a25_0_390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g3fa04938a25_0_390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2" name="Google Shape;592;g3fa04938a25_0_390"/>
          <p:cNvSpPr txBox="1"/>
          <p:nvPr>
            <p:ph type="title"/>
          </p:nvPr>
        </p:nvSpPr>
        <p:spPr>
          <a:xfrm>
            <a:off x="720000" y="1538550"/>
            <a:ext cx="3119400" cy="113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Computer</a:t>
            </a:r>
            <a:r>
              <a:rPr lang="en"/>
              <a:t> mockup</a:t>
            </a:r>
            <a:endParaRPr/>
          </a:p>
        </p:txBody>
      </p:sp>
      <p:sp>
        <p:nvSpPr>
          <p:cNvPr id="593" name="Google Shape;593;g3fa04938a25_0_390"/>
          <p:cNvSpPr txBox="1"/>
          <p:nvPr>
            <p:ph idx="1" type="subTitle"/>
          </p:nvPr>
        </p:nvSpPr>
        <p:spPr>
          <a:xfrm>
            <a:off x="720000" y="2672275"/>
            <a:ext cx="31194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Una primera vista de las interfaces de la solución</a:t>
            </a:r>
            <a:endParaRPr/>
          </a:p>
        </p:txBody>
      </p:sp>
      <p:pic>
        <p:nvPicPr>
          <p:cNvPr id="594" name="Google Shape;594;g3fa04938a25_0_3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165" y="1204325"/>
            <a:ext cx="4095098" cy="229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g3fa04938a25_0_3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5175" y="1204325"/>
            <a:ext cx="4095101" cy="2283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0" name="Google Shape;600;g3fa04938a25_0_354"/>
          <p:cNvGrpSpPr/>
          <p:nvPr/>
        </p:nvGrpSpPr>
        <p:grpSpPr>
          <a:xfrm>
            <a:off x="4131350" y="1008616"/>
            <a:ext cx="4299342" cy="3126267"/>
            <a:chOff x="331763" y="414153"/>
            <a:chExt cx="6903246" cy="5019697"/>
          </a:xfrm>
        </p:grpSpPr>
        <p:sp>
          <p:nvSpPr>
            <p:cNvPr id="601" name="Google Shape;601;g3fa04938a25_0_354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g3fa04938a25_0_354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g3fa04938a25_0_354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g3fa04938a25_0_354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5" name="Google Shape;605;g3fa04938a25_0_354"/>
          <p:cNvSpPr txBox="1"/>
          <p:nvPr>
            <p:ph type="title"/>
          </p:nvPr>
        </p:nvSpPr>
        <p:spPr>
          <a:xfrm>
            <a:off x="720000" y="1538550"/>
            <a:ext cx="3119400" cy="113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Computer</a:t>
            </a:r>
            <a:r>
              <a:rPr lang="en"/>
              <a:t> mockup</a:t>
            </a:r>
            <a:endParaRPr/>
          </a:p>
        </p:txBody>
      </p:sp>
      <p:sp>
        <p:nvSpPr>
          <p:cNvPr id="606" name="Google Shape;606;g3fa04938a25_0_354"/>
          <p:cNvSpPr txBox="1"/>
          <p:nvPr>
            <p:ph idx="1" type="subTitle"/>
          </p:nvPr>
        </p:nvSpPr>
        <p:spPr>
          <a:xfrm>
            <a:off x="720000" y="2672275"/>
            <a:ext cx="31194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Una primera vista de las interfaces de la solución</a:t>
            </a:r>
            <a:endParaRPr/>
          </a:p>
        </p:txBody>
      </p:sp>
      <p:pic>
        <p:nvPicPr>
          <p:cNvPr id="607" name="Google Shape;607;g3fa04938a25_0_3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165" y="1204325"/>
            <a:ext cx="4095098" cy="229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g3fa04938a25_0_3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5175" y="1204325"/>
            <a:ext cx="4095101" cy="2291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g3fa04938a25_0_415"/>
          <p:cNvGrpSpPr/>
          <p:nvPr/>
        </p:nvGrpSpPr>
        <p:grpSpPr>
          <a:xfrm>
            <a:off x="4131350" y="1008616"/>
            <a:ext cx="4299342" cy="3126267"/>
            <a:chOff x="331763" y="414153"/>
            <a:chExt cx="6903246" cy="5019697"/>
          </a:xfrm>
        </p:grpSpPr>
        <p:sp>
          <p:nvSpPr>
            <p:cNvPr id="614" name="Google Shape;614;g3fa04938a25_0_415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g3fa04938a25_0_415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g3fa04938a25_0_415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g3fa04938a25_0_415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8" name="Google Shape;618;g3fa04938a25_0_415"/>
          <p:cNvSpPr txBox="1"/>
          <p:nvPr>
            <p:ph type="title"/>
          </p:nvPr>
        </p:nvSpPr>
        <p:spPr>
          <a:xfrm>
            <a:off x="720000" y="1538550"/>
            <a:ext cx="3119400" cy="113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Computer</a:t>
            </a:r>
            <a:r>
              <a:rPr lang="en"/>
              <a:t> mockup</a:t>
            </a:r>
            <a:endParaRPr/>
          </a:p>
        </p:txBody>
      </p:sp>
      <p:sp>
        <p:nvSpPr>
          <p:cNvPr id="619" name="Google Shape;619;g3fa04938a25_0_415"/>
          <p:cNvSpPr txBox="1"/>
          <p:nvPr>
            <p:ph idx="1" type="subTitle"/>
          </p:nvPr>
        </p:nvSpPr>
        <p:spPr>
          <a:xfrm>
            <a:off x="720000" y="2672275"/>
            <a:ext cx="31194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Una primera vista de las interfaces de la solución</a:t>
            </a:r>
            <a:endParaRPr/>
          </a:p>
        </p:txBody>
      </p:sp>
      <p:pic>
        <p:nvPicPr>
          <p:cNvPr id="620" name="Google Shape;620;g3fa04938a25_0_4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502" y="1247275"/>
            <a:ext cx="4102772" cy="229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g3fa04938a25_0_366"/>
          <p:cNvGrpSpPr/>
          <p:nvPr/>
        </p:nvGrpSpPr>
        <p:grpSpPr>
          <a:xfrm>
            <a:off x="4131350" y="1008616"/>
            <a:ext cx="4299342" cy="3126267"/>
            <a:chOff x="331763" y="414153"/>
            <a:chExt cx="6903246" cy="5019697"/>
          </a:xfrm>
        </p:grpSpPr>
        <p:sp>
          <p:nvSpPr>
            <p:cNvPr id="626" name="Google Shape;626;g3fa04938a25_0_366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g3fa04938a25_0_366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g3fa04938a25_0_366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g3fa04938a25_0_366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0" name="Google Shape;630;g3fa04938a25_0_366"/>
          <p:cNvSpPr txBox="1"/>
          <p:nvPr>
            <p:ph type="title"/>
          </p:nvPr>
        </p:nvSpPr>
        <p:spPr>
          <a:xfrm>
            <a:off x="720000" y="1538550"/>
            <a:ext cx="3119400" cy="113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Computer</a:t>
            </a:r>
            <a:r>
              <a:rPr lang="en"/>
              <a:t> mockup</a:t>
            </a:r>
            <a:endParaRPr/>
          </a:p>
        </p:txBody>
      </p:sp>
      <p:sp>
        <p:nvSpPr>
          <p:cNvPr id="631" name="Google Shape;631;g3fa04938a25_0_366"/>
          <p:cNvSpPr txBox="1"/>
          <p:nvPr>
            <p:ph idx="1" type="subTitle"/>
          </p:nvPr>
        </p:nvSpPr>
        <p:spPr>
          <a:xfrm>
            <a:off x="720000" y="2672275"/>
            <a:ext cx="31194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Una primera vista de las interfaces de la solución</a:t>
            </a:r>
            <a:endParaRPr/>
          </a:p>
        </p:txBody>
      </p:sp>
      <p:pic>
        <p:nvPicPr>
          <p:cNvPr id="632" name="Google Shape;632;g3fa04938a25_0_3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165" y="1204325"/>
            <a:ext cx="4095098" cy="229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g3fa04938a25_0_3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5175" y="1204325"/>
            <a:ext cx="4095101" cy="2291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g3fa04938a25_0_3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5175" y="1204325"/>
            <a:ext cx="4095101" cy="2283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g3fa04938a25_0_402"/>
          <p:cNvGrpSpPr/>
          <p:nvPr/>
        </p:nvGrpSpPr>
        <p:grpSpPr>
          <a:xfrm>
            <a:off x="4131350" y="1008616"/>
            <a:ext cx="4299342" cy="3126267"/>
            <a:chOff x="331763" y="414153"/>
            <a:chExt cx="6903246" cy="5019697"/>
          </a:xfrm>
        </p:grpSpPr>
        <p:sp>
          <p:nvSpPr>
            <p:cNvPr id="640" name="Google Shape;640;g3fa04938a25_0_402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g3fa04938a25_0_402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g3fa04938a25_0_402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g3fa04938a25_0_402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4" name="Google Shape;644;g3fa04938a25_0_402"/>
          <p:cNvSpPr txBox="1"/>
          <p:nvPr>
            <p:ph type="title"/>
          </p:nvPr>
        </p:nvSpPr>
        <p:spPr>
          <a:xfrm>
            <a:off x="720000" y="1538550"/>
            <a:ext cx="3119400" cy="113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Computer</a:t>
            </a:r>
            <a:r>
              <a:rPr lang="en"/>
              <a:t> mockup</a:t>
            </a:r>
            <a:endParaRPr/>
          </a:p>
        </p:txBody>
      </p:sp>
      <p:sp>
        <p:nvSpPr>
          <p:cNvPr id="645" name="Google Shape;645;g3fa04938a25_0_402"/>
          <p:cNvSpPr txBox="1"/>
          <p:nvPr>
            <p:ph idx="1" type="subTitle"/>
          </p:nvPr>
        </p:nvSpPr>
        <p:spPr>
          <a:xfrm>
            <a:off x="720000" y="2672275"/>
            <a:ext cx="31194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Una primera vista de las interfaces de la solución</a:t>
            </a:r>
            <a:endParaRPr/>
          </a:p>
        </p:txBody>
      </p:sp>
      <p:pic>
        <p:nvPicPr>
          <p:cNvPr id="646" name="Google Shape;646;g3fa04938a25_0_4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165" y="1204325"/>
            <a:ext cx="4095098" cy="229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g3fa04938a25_0_4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5175" y="1204325"/>
            <a:ext cx="4095101" cy="2291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g3fa04938a25_0_4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5175" y="1204325"/>
            <a:ext cx="4095101" cy="2283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g3fa04938a25_0_40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5175" y="1204325"/>
            <a:ext cx="4095100" cy="2301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4" name="Google Shape;654;g3fa04938a25_0_430"/>
          <p:cNvGrpSpPr/>
          <p:nvPr/>
        </p:nvGrpSpPr>
        <p:grpSpPr>
          <a:xfrm>
            <a:off x="4131350" y="1008616"/>
            <a:ext cx="4299342" cy="3126267"/>
            <a:chOff x="331763" y="414153"/>
            <a:chExt cx="6903246" cy="5019697"/>
          </a:xfrm>
        </p:grpSpPr>
        <p:sp>
          <p:nvSpPr>
            <p:cNvPr id="655" name="Google Shape;655;g3fa04938a25_0_430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g3fa04938a25_0_430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3fa04938a25_0_430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g3fa04938a25_0_430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9" name="Google Shape;659;g3fa04938a25_0_430"/>
          <p:cNvSpPr txBox="1"/>
          <p:nvPr>
            <p:ph type="title"/>
          </p:nvPr>
        </p:nvSpPr>
        <p:spPr>
          <a:xfrm>
            <a:off x="720000" y="1538550"/>
            <a:ext cx="3119400" cy="113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Computer</a:t>
            </a:r>
            <a:r>
              <a:rPr lang="en"/>
              <a:t> mockup</a:t>
            </a:r>
            <a:endParaRPr/>
          </a:p>
        </p:txBody>
      </p:sp>
      <p:sp>
        <p:nvSpPr>
          <p:cNvPr id="660" name="Google Shape;660;g3fa04938a25_0_430"/>
          <p:cNvSpPr txBox="1"/>
          <p:nvPr>
            <p:ph idx="1" type="subTitle"/>
          </p:nvPr>
        </p:nvSpPr>
        <p:spPr>
          <a:xfrm>
            <a:off x="720000" y="2672275"/>
            <a:ext cx="31194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Una primera vista de las interfaces de la solución</a:t>
            </a:r>
            <a:endParaRPr/>
          </a:p>
        </p:txBody>
      </p:sp>
      <p:pic>
        <p:nvPicPr>
          <p:cNvPr id="661" name="Google Shape;661;g3fa04938a25_0_4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165" y="1204325"/>
            <a:ext cx="4095098" cy="229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g3fa04938a25_0_4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5175" y="1204325"/>
            <a:ext cx="4095101" cy="2291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g3fa04938a25_0_4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5175" y="1204325"/>
            <a:ext cx="4095101" cy="2283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g3fa04938a25_0_4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5175" y="1204325"/>
            <a:ext cx="4095100" cy="2301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g3fa04938a25_0_4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35175" y="1204325"/>
            <a:ext cx="4105536" cy="230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0" name="Google Shape;670;g3fa04938a25_0_445"/>
          <p:cNvGrpSpPr/>
          <p:nvPr/>
        </p:nvGrpSpPr>
        <p:grpSpPr>
          <a:xfrm>
            <a:off x="4131350" y="1008616"/>
            <a:ext cx="4299342" cy="3126267"/>
            <a:chOff x="331763" y="414153"/>
            <a:chExt cx="6903246" cy="5019697"/>
          </a:xfrm>
        </p:grpSpPr>
        <p:sp>
          <p:nvSpPr>
            <p:cNvPr id="671" name="Google Shape;671;g3fa04938a25_0_445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3fa04938a25_0_445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3fa04938a25_0_445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3fa04938a25_0_445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5" name="Google Shape;675;g3fa04938a25_0_445"/>
          <p:cNvSpPr txBox="1"/>
          <p:nvPr>
            <p:ph type="title"/>
          </p:nvPr>
        </p:nvSpPr>
        <p:spPr>
          <a:xfrm>
            <a:off x="720000" y="1538550"/>
            <a:ext cx="3119400" cy="113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Computer</a:t>
            </a:r>
            <a:r>
              <a:rPr lang="en"/>
              <a:t> mockup</a:t>
            </a:r>
            <a:endParaRPr/>
          </a:p>
        </p:txBody>
      </p:sp>
      <p:sp>
        <p:nvSpPr>
          <p:cNvPr id="676" name="Google Shape;676;g3fa04938a25_0_445"/>
          <p:cNvSpPr txBox="1"/>
          <p:nvPr>
            <p:ph idx="1" type="subTitle"/>
          </p:nvPr>
        </p:nvSpPr>
        <p:spPr>
          <a:xfrm>
            <a:off x="720000" y="2672275"/>
            <a:ext cx="31194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Una primera vista de las interfaces de la solución</a:t>
            </a:r>
            <a:endParaRPr/>
          </a:p>
        </p:txBody>
      </p:sp>
      <p:pic>
        <p:nvPicPr>
          <p:cNvPr id="677" name="Google Shape;677;g3fa04938a25_0_4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4839" y="1217275"/>
            <a:ext cx="4112361" cy="230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fa04938a25_0_238"/>
          <p:cNvSpPr txBox="1"/>
          <p:nvPr>
            <p:ph type="title"/>
          </p:nvPr>
        </p:nvSpPr>
        <p:spPr>
          <a:xfrm>
            <a:off x="1840413" y="1431425"/>
            <a:ext cx="25347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Phone </a:t>
            </a:r>
            <a:r>
              <a:rPr lang="en"/>
              <a:t>mockup</a:t>
            </a:r>
            <a:endParaRPr/>
          </a:p>
        </p:txBody>
      </p:sp>
      <p:sp>
        <p:nvSpPr>
          <p:cNvPr id="683" name="Google Shape;683;g3fa04938a25_0_238"/>
          <p:cNvSpPr txBox="1"/>
          <p:nvPr>
            <p:ph idx="1" type="subTitle"/>
          </p:nvPr>
        </p:nvSpPr>
        <p:spPr>
          <a:xfrm>
            <a:off x="1840413" y="2571775"/>
            <a:ext cx="25347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Nuestra solución web debe ser responsive para celulares inteligentes e iphones, permitiendo a los funcionarios realizar tareas cómo agregar donantes o crear solicitudes rápidamente en el momento</a:t>
            </a:r>
            <a:endParaRPr/>
          </a:p>
        </p:txBody>
      </p:sp>
      <p:sp>
        <p:nvSpPr>
          <p:cNvPr id="684" name="Google Shape;684;g3fa04938a25_0_238"/>
          <p:cNvSpPr/>
          <p:nvPr/>
        </p:nvSpPr>
        <p:spPr>
          <a:xfrm>
            <a:off x="5553792" y="891931"/>
            <a:ext cx="1664618" cy="3176204"/>
          </a:xfrm>
          <a:custGeom>
            <a:rect b="b" l="l" r="r" t="t"/>
            <a:pathLst>
              <a:path extrusionOk="0" h="161331" w="84552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5" name="Google Shape;685;g3fa04938a25_0_238"/>
          <p:cNvGrpSpPr/>
          <p:nvPr/>
        </p:nvGrpSpPr>
        <p:grpSpPr>
          <a:xfrm>
            <a:off x="5468614" y="709411"/>
            <a:ext cx="1834973" cy="3724678"/>
            <a:chOff x="5186401" y="494525"/>
            <a:chExt cx="1834973" cy="3724678"/>
          </a:xfrm>
        </p:grpSpPr>
        <p:sp>
          <p:nvSpPr>
            <p:cNvPr id="686" name="Google Shape;686;g3fa04938a25_0_238"/>
            <p:cNvSpPr/>
            <p:nvPr/>
          </p:nvSpPr>
          <p:spPr>
            <a:xfrm>
              <a:off x="5186401" y="494525"/>
              <a:ext cx="1834973" cy="3724678"/>
            </a:xfrm>
            <a:custGeom>
              <a:rect b="b" l="l" r="r" t="t"/>
              <a:pathLst>
                <a:path extrusionOk="0" h="189190" w="93205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g3fa04938a25_0_238"/>
            <p:cNvSpPr/>
            <p:nvPr/>
          </p:nvSpPr>
          <p:spPr>
            <a:xfrm>
              <a:off x="5890455" y="3969678"/>
              <a:ext cx="458108" cy="154724"/>
            </a:xfrm>
            <a:custGeom>
              <a:rect b="b" l="l" r="r" t="t"/>
              <a:pathLst>
                <a:path extrusionOk="0" h="7859" w="23269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88" name="Google Shape;688;g3fa04938a25_0_2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1293" y="841800"/>
            <a:ext cx="1469606" cy="31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fa04938a25_0_461"/>
          <p:cNvSpPr txBox="1"/>
          <p:nvPr>
            <p:ph type="title"/>
          </p:nvPr>
        </p:nvSpPr>
        <p:spPr>
          <a:xfrm>
            <a:off x="1840413" y="1431425"/>
            <a:ext cx="25347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Phone </a:t>
            </a:r>
            <a:r>
              <a:rPr lang="en"/>
              <a:t>mockup</a:t>
            </a:r>
            <a:endParaRPr/>
          </a:p>
        </p:txBody>
      </p:sp>
      <p:sp>
        <p:nvSpPr>
          <p:cNvPr id="694" name="Google Shape;694;g3fa04938a25_0_461"/>
          <p:cNvSpPr txBox="1"/>
          <p:nvPr>
            <p:ph idx="1" type="subTitle"/>
          </p:nvPr>
        </p:nvSpPr>
        <p:spPr>
          <a:xfrm>
            <a:off x="1840413" y="2571775"/>
            <a:ext cx="25347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Nuestra solución web debe ser responsive para celulares inteligentes e iphones, permitiendo a los funcionarios realizar tareas cómo agregar donantes o crear solicitudes rápidamente en el momento</a:t>
            </a:r>
            <a:endParaRPr/>
          </a:p>
        </p:txBody>
      </p:sp>
      <p:sp>
        <p:nvSpPr>
          <p:cNvPr id="695" name="Google Shape;695;g3fa04938a25_0_461"/>
          <p:cNvSpPr/>
          <p:nvPr/>
        </p:nvSpPr>
        <p:spPr>
          <a:xfrm>
            <a:off x="5553792" y="891931"/>
            <a:ext cx="1664618" cy="3176204"/>
          </a:xfrm>
          <a:custGeom>
            <a:rect b="b" l="l" r="r" t="t"/>
            <a:pathLst>
              <a:path extrusionOk="0" h="161331" w="84552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6" name="Google Shape;696;g3fa04938a25_0_461"/>
          <p:cNvGrpSpPr/>
          <p:nvPr/>
        </p:nvGrpSpPr>
        <p:grpSpPr>
          <a:xfrm>
            <a:off x="5468614" y="709411"/>
            <a:ext cx="1834973" cy="3724678"/>
            <a:chOff x="5186401" y="494525"/>
            <a:chExt cx="1834973" cy="3724678"/>
          </a:xfrm>
        </p:grpSpPr>
        <p:sp>
          <p:nvSpPr>
            <p:cNvPr id="697" name="Google Shape;697;g3fa04938a25_0_461"/>
            <p:cNvSpPr/>
            <p:nvPr/>
          </p:nvSpPr>
          <p:spPr>
            <a:xfrm>
              <a:off x="5186401" y="494525"/>
              <a:ext cx="1834973" cy="3724678"/>
            </a:xfrm>
            <a:custGeom>
              <a:rect b="b" l="l" r="r" t="t"/>
              <a:pathLst>
                <a:path extrusionOk="0" h="189190" w="93205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g3fa04938a25_0_461"/>
            <p:cNvSpPr/>
            <p:nvPr/>
          </p:nvSpPr>
          <p:spPr>
            <a:xfrm>
              <a:off x="5890455" y="3969678"/>
              <a:ext cx="458108" cy="154724"/>
            </a:xfrm>
            <a:custGeom>
              <a:rect b="b" l="l" r="r" t="t"/>
              <a:pathLst>
                <a:path extrusionOk="0" h="7859" w="23269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9" name="Google Shape;699;g3fa04938a25_0_4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1293" y="841800"/>
            <a:ext cx="1469606" cy="31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g3fa04938a25_0_4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1300" y="841800"/>
            <a:ext cx="1469600" cy="3207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fa04938a25_0_482"/>
          <p:cNvSpPr txBox="1"/>
          <p:nvPr>
            <p:ph type="title"/>
          </p:nvPr>
        </p:nvSpPr>
        <p:spPr>
          <a:xfrm>
            <a:off x="1840413" y="1431425"/>
            <a:ext cx="25347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Phone </a:t>
            </a:r>
            <a:r>
              <a:rPr lang="en"/>
              <a:t>mockup</a:t>
            </a:r>
            <a:endParaRPr/>
          </a:p>
        </p:txBody>
      </p:sp>
      <p:sp>
        <p:nvSpPr>
          <p:cNvPr id="706" name="Google Shape;706;g3fa04938a25_0_482"/>
          <p:cNvSpPr txBox="1"/>
          <p:nvPr>
            <p:ph idx="1" type="subTitle"/>
          </p:nvPr>
        </p:nvSpPr>
        <p:spPr>
          <a:xfrm>
            <a:off x="1840413" y="2571775"/>
            <a:ext cx="25347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Nuestra solución web debe ser responsive para celulares inteligentes e iphones, permitiendo a los funcionarios realizar tareas cómo agregar donantes o crear solicitudes rápidamente en el momento</a:t>
            </a:r>
            <a:endParaRPr/>
          </a:p>
        </p:txBody>
      </p:sp>
      <p:sp>
        <p:nvSpPr>
          <p:cNvPr id="707" name="Google Shape;707;g3fa04938a25_0_482"/>
          <p:cNvSpPr/>
          <p:nvPr/>
        </p:nvSpPr>
        <p:spPr>
          <a:xfrm>
            <a:off x="5553792" y="891931"/>
            <a:ext cx="1664618" cy="3176204"/>
          </a:xfrm>
          <a:custGeom>
            <a:rect b="b" l="l" r="r" t="t"/>
            <a:pathLst>
              <a:path extrusionOk="0" h="161331" w="84552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8" name="Google Shape;708;g3fa04938a25_0_482"/>
          <p:cNvGrpSpPr/>
          <p:nvPr/>
        </p:nvGrpSpPr>
        <p:grpSpPr>
          <a:xfrm>
            <a:off x="5468614" y="709411"/>
            <a:ext cx="1834973" cy="3724678"/>
            <a:chOff x="5186401" y="494525"/>
            <a:chExt cx="1834973" cy="3724678"/>
          </a:xfrm>
        </p:grpSpPr>
        <p:sp>
          <p:nvSpPr>
            <p:cNvPr id="709" name="Google Shape;709;g3fa04938a25_0_482"/>
            <p:cNvSpPr/>
            <p:nvPr/>
          </p:nvSpPr>
          <p:spPr>
            <a:xfrm>
              <a:off x="5186401" y="494525"/>
              <a:ext cx="1834973" cy="3724678"/>
            </a:xfrm>
            <a:custGeom>
              <a:rect b="b" l="l" r="r" t="t"/>
              <a:pathLst>
                <a:path extrusionOk="0" h="189190" w="93205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g3fa04938a25_0_482"/>
            <p:cNvSpPr/>
            <p:nvPr/>
          </p:nvSpPr>
          <p:spPr>
            <a:xfrm>
              <a:off x="5890455" y="3969678"/>
              <a:ext cx="458108" cy="154724"/>
            </a:xfrm>
            <a:custGeom>
              <a:rect b="b" l="l" r="r" t="t"/>
              <a:pathLst>
                <a:path extrusionOk="0" h="7859" w="23269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11" name="Google Shape;711;g3fa04938a25_0_4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1293" y="841800"/>
            <a:ext cx="1469606" cy="31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g3fa04938a25_0_4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1300" y="841800"/>
            <a:ext cx="1469600" cy="3207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g3fa04938a25_0_4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1300" y="917575"/>
            <a:ext cx="1469600" cy="3208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fa04938a25_0_494"/>
          <p:cNvSpPr txBox="1"/>
          <p:nvPr>
            <p:ph type="title"/>
          </p:nvPr>
        </p:nvSpPr>
        <p:spPr>
          <a:xfrm>
            <a:off x="3847750" y="2481150"/>
            <a:ext cx="4583100" cy="15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Desarrollo</a:t>
            </a:r>
            <a:endParaRPr/>
          </a:p>
        </p:txBody>
      </p:sp>
      <p:sp>
        <p:nvSpPr>
          <p:cNvPr id="719" name="Google Shape;719;g3fa04938a25_0_494"/>
          <p:cNvSpPr txBox="1"/>
          <p:nvPr>
            <p:ph idx="2" type="title"/>
          </p:nvPr>
        </p:nvSpPr>
        <p:spPr>
          <a:xfrm>
            <a:off x="6850675" y="539500"/>
            <a:ext cx="1580100" cy="1908600"/>
          </a:xfrm>
          <a:prstGeom prst="rect">
            <a:avLst/>
          </a:prstGeom>
          <a:solidFill>
            <a:srgbClr val="ADBFFC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720" name="Google Shape;720;g3fa04938a25_0_494"/>
          <p:cNvSpPr txBox="1"/>
          <p:nvPr>
            <p:ph idx="1" type="subTitle"/>
          </p:nvPr>
        </p:nvSpPr>
        <p:spPr>
          <a:xfrm>
            <a:off x="3847750" y="4109900"/>
            <a:ext cx="45831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Y sus fases</a:t>
            </a:r>
            <a:endParaRPr/>
          </a:p>
        </p:txBody>
      </p:sp>
      <p:pic>
        <p:nvPicPr>
          <p:cNvPr id="721" name="Google Shape;721;g3fa04938a25_0_494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30972" r="2379" t="0"/>
          <a:stretch/>
        </p:blipFill>
        <p:spPr>
          <a:xfrm>
            <a:off x="-450588" y="628342"/>
            <a:ext cx="3915600" cy="3915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fa04938a25_0_272"/>
          <p:cNvSpPr txBox="1"/>
          <p:nvPr>
            <p:ph type="title"/>
          </p:nvPr>
        </p:nvSpPr>
        <p:spPr>
          <a:xfrm>
            <a:off x="678175" y="-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Carta gantt - Cronograma</a:t>
            </a:r>
            <a:endParaRPr sz="3200"/>
          </a:p>
        </p:txBody>
      </p:sp>
      <p:graphicFrame>
        <p:nvGraphicFramePr>
          <p:cNvPr id="727" name="Google Shape;727;g3fa04938a25_0_272"/>
          <p:cNvGraphicFramePr/>
          <p:nvPr/>
        </p:nvGraphicFramePr>
        <p:xfrm>
          <a:off x="25" y="394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{1AF77118-2AFB-44DE-A312-C654D46DA81D}</a:tableStyleId>
              </a:tblPr>
              <a:tblGrid>
                <a:gridCol w="2571175"/>
                <a:gridCol w="1314550"/>
                <a:gridCol w="1314550"/>
                <a:gridCol w="1314550"/>
                <a:gridCol w="1314550"/>
                <a:gridCol w="1314550"/>
              </a:tblGrid>
              <a:tr h="23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Agosto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Septiembre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Octubre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Noviembre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Diciembre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Fase 1:</a:t>
                      </a:r>
                      <a:endParaRPr b="1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Levantamiento y análisis</a:t>
                      </a:r>
                      <a:endParaRPr b="1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BFFC">
                        <a:alpha val="502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4C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</a:tr>
              <a:tr h="28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Levantamiento del problema</a:t>
                      </a:r>
                      <a:endParaRPr b="1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BFFC">
                        <a:alpha val="502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4C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</a:tr>
              <a:tr h="231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Levantamiento de requisitos</a:t>
                      </a:r>
                      <a:endParaRPr b="1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BFFC">
                        <a:alpha val="502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4C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</a:tr>
              <a:tr h="34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Fase 2:</a:t>
                      </a:r>
                      <a:endParaRPr b="1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Diseño y desarrollo del prototipo</a:t>
                      </a:r>
                      <a:endParaRPr b="1" sz="1300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BFFC">
                        <a:alpha val="502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</a:tr>
              <a:tr h="432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Diseño de la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solución</a:t>
                      </a:r>
                      <a:endParaRPr b="1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BFFC">
                        <a:alpha val="502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</a:tr>
              <a:tr h="40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Diseño prototipo inicial</a:t>
                      </a:r>
                      <a:endParaRPr b="1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BFFC">
                        <a:alpha val="502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</a:tr>
              <a:tr h="380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Prototipo funcional</a:t>
                      </a:r>
                      <a:endParaRPr b="1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BFFC">
                        <a:alpha val="502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</a:tr>
              <a:tr h="41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Fase 3: </a:t>
                      </a:r>
                      <a:endParaRPr b="1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Validación y cierre</a:t>
                      </a:r>
                      <a:endParaRPr b="1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BFFC">
                        <a:alpha val="502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4C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</a:tr>
              <a:tr h="44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Pruebas de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validación</a:t>
                      </a:r>
                      <a:endParaRPr b="1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BFFC">
                        <a:alpha val="502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4C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</a:tr>
              <a:tr h="20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Documentación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del cierre</a:t>
                      </a:r>
                      <a:endParaRPr b="1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BFFC">
                        <a:alpha val="502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4C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4C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4C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4C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28" name="Google Shape;728;g3fa04938a25_0_272"/>
          <p:cNvSpPr/>
          <p:nvPr/>
        </p:nvSpPr>
        <p:spPr>
          <a:xfrm>
            <a:off x="2571200" y="760225"/>
            <a:ext cx="1309500" cy="572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4 semanas</a:t>
            </a:r>
            <a:endParaRPr b="1" sz="15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29" name="Google Shape;729;g3fa04938a25_0_272"/>
          <p:cNvSpPr/>
          <p:nvPr/>
        </p:nvSpPr>
        <p:spPr>
          <a:xfrm>
            <a:off x="2571200" y="1332925"/>
            <a:ext cx="408000" cy="34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1</a:t>
            </a:r>
            <a:endParaRPr b="1" sz="15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30" name="Google Shape;730;g3fa04938a25_0_272"/>
          <p:cNvSpPr/>
          <p:nvPr/>
        </p:nvSpPr>
        <p:spPr>
          <a:xfrm>
            <a:off x="2979200" y="1683375"/>
            <a:ext cx="901500" cy="34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3</a:t>
            </a:r>
            <a:endParaRPr b="1" sz="15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31" name="Google Shape;731;g3fa04938a25_0_272"/>
          <p:cNvSpPr/>
          <p:nvPr/>
        </p:nvSpPr>
        <p:spPr>
          <a:xfrm>
            <a:off x="3880700" y="2025075"/>
            <a:ext cx="3558300" cy="572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11</a:t>
            </a:r>
            <a:r>
              <a:rPr b="1" lang="en" sz="15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 semanas</a:t>
            </a:r>
            <a:endParaRPr b="1" sz="15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32" name="Google Shape;732;g3fa04938a25_0_272"/>
          <p:cNvSpPr/>
          <p:nvPr/>
        </p:nvSpPr>
        <p:spPr>
          <a:xfrm>
            <a:off x="3880700" y="2598150"/>
            <a:ext cx="6294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2</a:t>
            </a:r>
            <a:endParaRPr b="1" sz="15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33" name="Google Shape;733;g3fa04938a25_0_272"/>
          <p:cNvSpPr/>
          <p:nvPr/>
        </p:nvSpPr>
        <p:spPr>
          <a:xfrm>
            <a:off x="4510100" y="3006525"/>
            <a:ext cx="9813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3</a:t>
            </a:r>
            <a:endParaRPr b="1" sz="15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34" name="Google Shape;734;g3fa04938a25_0_272"/>
          <p:cNvSpPr/>
          <p:nvPr/>
        </p:nvSpPr>
        <p:spPr>
          <a:xfrm>
            <a:off x="5491400" y="3414825"/>
            <a:ext cx="19476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6</a:t>
            </a:r>
            <a:endParaRPr b="1" sz="15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35" name="Google Shape;735;g3fa04938a25_0_272"/>
          <p:cNvSpPr/>
          <p:nvPr/>
        </p:nvSpPr>
        <p:spPr>
          <a:xfrm>
            <a:off x="7439000" y="3789000"/>
            <a:ext cx="1039500" cy="572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3</a:t>
            </a:r>
            <a:r>
              <a:rPr b="1" lang="en" sz="15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 semanas</a:t>
            </a:r>
            <a:endParaRPr b="1" sz="15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36" name="Google Shape;736;g3fa04938a25_0_272"/>
          <p:cNvSpPr/>
          <p:nvPr/>
        </p:nvSpPr>
        <p:spPr>
          <a:xfrm>
            <a:off x="7439000" y="4361700"/>
            <a:ext cx="408000" cy="4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1</a:t>
            </a:r>
            <a:endParaRPr b="1" sz="15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37" name="Google Shape;737;g3fa04938a25_0_272"/>
          <p:cNvSpPr/>
          <p:nvPr/>
        </p:nvSpPr>
        <p:spPr>
          <a:xfrm>
            <a:off x="7847000" y="4793000"/>
            <a:ext cx="6294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2</a:t>
            </a:r>
            <a:endParaRPr b="1" sz="15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fa0b64b47f_0_17"/>
          <p:cNvSpPr txBox="1"/>
          <p:nvPr>
            <p:ph type="title"/>
          </p:nvPr>
        </p:nvSpPr>
        <p:spPr>
          <a:xfrm>
            <a:off x="622400" y="2847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Metodología</a:t>
            </a:r>
            <a:r>
              <a:rPr lang="en"/>
              <a:t> SCRUM</a:t>
            </a:r>
            <a:endParaRPr/>
          </a:p>
        </p:txBody>
      </p:sp>
      <p:graphicFrame>
        <p:nvGraphicFramePr>
          <p:cNvPr id="743" name="Google Shape;743;g3fa0b64b47f_0_17"/>
          <p:cNvGraphicFramePr/>
          <p:nvPr/>
        </p:nvGraphicFramePr>
        <p:xfrm>
          <a:off x="622400" y="90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{0937B710-1E7F-44BD-AD6F-46BA1B5B976A}</a:tableStyleId>
              </a:tblPr>
              <a:tblGrid>
                <a:gridCol w="2703550"/>
                <a:gridCol w="2703550"/>
                <a:gridCol w="2703550"/>
              </a:tblGrid>
              <a:tr h="51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Sprint 1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8413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8413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Sprint 2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8413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8413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Sprint 3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8413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8413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5375"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tamaran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Definición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del alcance funcional prototipo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tamaran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Selección de la pila tecnológica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tamaran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Modelado de datos</a:t>
                      </a:r>
                      <a:endParaRPr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tamaran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Diagrama de flujo</a:t>
                      </a:r>
                      <a:endParaRPr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tamaran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Validación del diseño</a:t>
                      </a:r>
                      <a:endParaRPr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8413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tamaran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Configuración del entorno de desarrollo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tamaran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Implementación del registro de donantes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tamaran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Implementación de búsqueda básica de compatibles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tamaran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Implementación de login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8413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BFFC">
                        <a:alpha val="502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tamaran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Implementación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de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priorización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de donantes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tamaran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Implementación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de seguimiento de solicitudes y donantes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tamaran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Implementación de análisis histórico de demanda</a:t>
                      </a:r>
                      <a:endParaRPr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tamaran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Desarrollo del frontend</a:t>
                      </a:r>
                      <a:endParaRPr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tamaran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Integración incremental por sprint</a:t>
                      </a:r>
                      <a:endParaRPr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8413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</a:tr>
              <a:tr h="855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Diseño prototipo inicial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1313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Diseño prototipo inicial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1313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BFFC">
                        <a:alpha val="502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Diseño prototipo funcional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C09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1313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5137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fa0b64b47f_0_22"/>
          <p:cNvSpPr txBox="1"/>
          <p:nvPr>
            <p:ph type="title"/>
          </p:nvPr>
        </p:nvSpPr>
        <p:spPr>
          <a:xfrm>
            <a:off x="713225" y="373832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Tecnologias que vamos a usar</a:t>
            </a:r>
            <a:endParaRPr/>
          </a:p>
        </p:txBody>
      </p:sp>
      <p:pic>
        <p:nvPicPr>
          <p:cNvPr id="749" name="Google Shape;749;g3fa0b64b47f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07" y="1033935"/>
            <a:ext cx="1288202" cy="1288202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g3fa0b64b47f_0_22"/>
          <p:cNvSpPr txBox="1"/>
          <p:nvPr/>
        </p:nvSpPr>
        <p:spPr>
          <a:xfrm>
            <a:off x="146207" y="2322135"/>
            <a:ext cx="1133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React</a:t>
            </a:r>
            <a:endParaRPr sz="21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751" name="Google Shape;751;g3fa0b64b47f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3876" y="3069471"/>
            <a:ext cx="1244625" cy="1244625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g3fa0b64b47f_0_22"/>
          <p:cNvSpPr txBox="1"/>
          <p:nvPr/>
        </p:nvSpPr>
        <p:spPr>
          <a:xfrm>
            <a:off x="1163875" y="4314100"/>
            <a:ext cx="143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TypeScript</a:t>
            </a:r>
            <a:endParaRPr sz="21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753" name="Google Shape;753;g3fa0b64b47f_0_22"/>
          <p:cNvPicPr preferRelativeResize="0"/>
          <p:nvPr/>
        </p:nvPicPr>
        <p:blipFill rotWithShape="1">
          <a:blip r:embed="rId5">
            <a:alphaModFix/>
          </a:blip>
          <a:srcRect b="0" l="16918" r="13347" t="0"/>
          <a:stretch/>
        </p:blipFill>
        <p:spPr>
          <a:xfrm>
            <a:off x="2175591" y="1033935"/>
            <a:ext cx="1438500" cy="128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g3fa0b64b47f_0_22"/>
          <p:cNvSpPr txBox="1"/>
          <p:nvPr/>
        </p:nvSpPr>
        <p:spPr>
          <a:xfrm>
            <a:off x="2197157" y="2430960"/>
            <a:ext cx="161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PostgreSQL</a:t>
            </a:r>
            <a:endParaRPr sz="21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755" name="Google Shape;755;g3fa0b64b47f_0_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8601" y="3048200"/>
            <a:ext cx="1244625" cy="1244625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g3fa0b64b47f_0_22"/>
          <p:cNvSpPr txBox="1"/>
          <p:nvPr/>
        </p:nvSpPr>
        <p:spPr>
          <a:xfrm>
            <a:off x="3161475" y="4422575"/>
            <a:ext cx="161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Supabase</a:t>
            </a:r>
            <a:endParaRPr sz="21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757" name="Google Shape;757;g3fa0b64b47f_0_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58391" y="1033936"/>
            <a:ext cx="1288200" cy="128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g3fa0b64b47f_0_22"/>
          <p:cNvSpPr txBox="1"/>
          <p:nvPr/>
        </p:nvSpPr>
        <p:spPr>
          <a:xfrm>
            <a:off x="4356357" y="2409410"/>
            <a:ext cx="161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VS Code</a:t>
            </a:r>
            <a:endParaRPr sz="21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759" name="Google Shape;759;g3fa0b64b47f_0_22"/>
          <p:cNvPicPr preferRelativeResize="0"/>
          <p:nvPr/>
        </p:nvPicPr>
        <p:blipFill rotWithShape="1">
          <a:blip r:embed="rId8">
            <a:alphaModFix/>
          </a:blip>
          <a:srcRect b="3382" l="22439" r="19489" t="0"/>
          <a:stretch/>
        </p:blipFill>
        <p:spPr>
          <a:xfrm>
            <a:off x="6390899" y="1055725"/>
            <a:ext cx="1333075" cy="1244625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g3fa0b64b47f_0_22"/>
          <p:cNvSpPr txBox="1"/>
          <p:nvPr/>
        </p:nvSpPr>
        <p:spPr>
          <a:xfrm>
            <a:off x="6390907" y="2409435"/>
            <a:ext cx="161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GitHub</a:t>
            </a:r>
            <a:endParaRPr sz="21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761" name="Google Shape;761;g3fa0b64b47f_0_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00375" y="3026412"/>
            <a:ext cx="1288200" cy="128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g3fa0b64b47f_0_22"/>
          <p:cNvSpPr txBox="1"/>
          <p:nvPr/>
        </p:nvSpPr>
        <p:spPr>
          <a:xfrm>
            <a:off x="5253325" y="4422575"/>
            <a:ext cx="161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Canva</a:t>
            </a:r>
            <a:endParaRPr sz="21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763" name="Google Shape;763;g3fa0b64b47f_0_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92500" y="3026412"/>
            <a:ext cx="1288200" cy="128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g3fa0b64b47f_0_22"/>
          <p:cNvSpPr txBox="1"/>
          <p:nvPr/>
        </p:nvSpPr>
        <p:spPr>
          <a:xfrm>
            <a:off x="7033600" y="4359325"/>
            <a:ext cx="161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Trello</a:t>
            </a:r>
            <a:endParaRPr sz="21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8"/>
          <p:cNvSpPr txBox="1"/>
          <p:nvPr>
            <p:ph type="title"/>
          </p:nvPr>
        </p:nvSpPr>
        <p:spPr>
          <a:xfrm>
            <a:off x="713225" y="557143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Conclusión</a:t>
            </a:r>
            <a:r>
              <a:rPr lang="en">
                <a:latin typeface="Be Vietnam Pro"/>
                <a:ea typeface="Be Vietnam Pro"/>
                <a:cs typeface="Be Vietnam Pro"/>
                <a:sym typeface="Be Vietnam Pro"/>
              </a:rPr>
              <a:t> Fase 1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770" name="Google Shape;770;p8"/>
          <p:cNvSpPr txBox="1"/>
          <p:nvPr>
            <p:ph idx="1" type="subTitle"/>
          </p:nvPr>
        </p:nvSpPr>
        <p:spPr>
          <a:xfrm>
            <a:off x="713230" y="1418050"/>
            <a:ext cx="4294800" cy="22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¿Qué nos deja RedSangre? Los siguientes puntos</a:t>
            </a:r>
            <a:r>
              <a:rPr lang="en"/>
              <a:t>: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Centraliza la información de los donantes.</a:t>
            </a:r>
            <a:r>
              <a:rPr lang="en"/>
              <a:t>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Facilita la búsqueda de donantes compatibles.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Permite priorizar según disponibilidad y características sanguíneas.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Mejora el seguimiento y coordinación de las solicitudes.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Apoya especialmente la gestión de donantes con características poco frecuentes.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/>
              <a:t>Y lo más importante: RedSangre demuestra cómo una solución digital puede hacer más eficiente y oportuna la coordinación de donantes de sangre.</a:t>
            </a:r>
            <a:endParaRPr/>
          </a:p>
        </p:txBody>
      </p:sp>
      <p:pic>
        <p:nvPicPr>
          <p:cNvPr id="771" name="Google Shape;771;p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753" r="6598" t="0"/>
          <a:stretch/>
        </p:blipFill>
        <p:spPr>
          <a:xfrm>
            <a:off x="5679125" y="1576400"/>
            <a:ext cx="3027600" cy="3027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6"/>
          <p:cNvSpPr txBox="1"/>
          <p:nvPr>
            <p:ph type="title"/>
          </p:nvPr>
        </p:nvSpPr>
        <p:spPr>
          <a:xfrm>
            <a:off x="720363" y="539500"/>
            <a:ext cx="4747200" cy="12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¡Gracias!</a:t>
            </a:r>
            <a:endParaRPr/>
          </a:p>
        </p:txBody>
      </p:sp>
      <p:sp>
        <p:nvSpPr>
          <p:cNvPr id="777" name="Google Shape;777;p36"/>
          <p:cNvSpPr txBox="1"/>
          <p:nvPr>
            <p:ph idx="1" type="subTitle"/>
          </p:nvPr>
        </p:nvSpPr>
        <p:spPr>
          <a:xfrm>
            <a:off x="720363" y="1749374"/>
            <a:ext cx="4747200" cy="12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¿Tiene alguna duda?</a:t>
            </a:r>
            <a:endParaRPr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jm.hernandez@duocuc.cl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dav.walker@duouc.cl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mai.sepulveda@duocuc.cl</a:t>
            </a:r>
            <a:endParaRPr/>
          </a:p>
        </p:txBody>
      </p:sp>
      <p:pic>
        <p:nvPicPr>
          <p:cNvPr id="778" name="Google Shape;778;p3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676" r="16676" t="0"/>
          <a:stretch/>
        </p:blipFill>
        <p:spPr>
          <a:xfrm>
            <a:off x="5764225" y="942450"/>
            <a:ext cx="3258600" cy="3258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79" name="Google Shape;779;p36"/>
          <p:cNvSpPr/>
          <p:nvPr/>
        </p:nvSpPr>
        <p:spPr>
          <a:xfrm flipH="1" rot="10800000">
            <a:off x="5655471" y="2561172"/>
            <a:ext cx="3467578" cy="1730604"/>
          </a:xfrm>
          <a:custGeom>
            <a:rect b="b" l="l" r="r" t="t"/>
            <a:pathLst>
              <a:path extrusionOk="0" h="3260" w="6532">
                <a:moveTo>
                  <a:pt x="304" y="3258"/>
                </a:moveTo>
                <a:lnTo>
                  <a:pt x="0" y="3245"/>
                </a:lnTo>
                <a:cubicBezTo>
                  <a:pt x="39" y="2242"/>
                  <a:pt x="410" y="1402"/>
                  <a:pt x="1070" y="813"/>
                </a:cubicBezTo>
                <a:cubicBezTo>
                  <a:pt x="1657" y="288"/>
                  <a:pt x="2439" y="0"/>
                  <a:pt x="3267" y="0"/>
                </a:cubicBezTo>
                <a:lnTo>
                  <a:pt x="3267" y="0"/>
                </a:lnTo>
                <a:cubicBezTo>
                  <a:pt x="4096" y="0"/>
                  <a:pt x="4875" y="288"/>
                  <a:pt x="5462" y="815"/>
                </a:cubicBezTo>
                <a:cubicBezTo>
                  <a:pt x="6122" y="1404"/>
                  <a:pt x="6493" y="2244"/>
                  <a:pt x="6532" y="3247"/>
                </a:cubicBezTo>
                <a:lnTo>
                  <a:pt x="6229" y="3260"/>
                </a:lnTo>
                <a:cubicBezTo>
                  <a:pt x="6192" y="2342"/>
                  <a:pt x="5858" y="1575"/>
                  <a:pt x="5260" y="1042"/>
                </a:cubicBezTo>
                <a:cubicBezTo>
                  <a:pt x="4728" y="568"/>
                  <a:pt x="4020" y="306"/>
                  <a:pt x="3267" y="306"/>
                </a:cubicBezTo>
                <a:lnTo>
                  <a:pt x="3267" y="306"/>
                </a:lnTo>
                <a:cubicBezTo>
                  <a:pt x="2513" y="306"/>
                  <a:pt x="1805" y="568"/>
                  <a:pt x="1272" y="1042"/>
                </a:cubicBezTo>
                <a:cubicBezTo>
                  <a:pt x="676" y="1573"/>
                  <a:pt x="340" y="2340"/>
                  <a:pt x="304" y="3258"/>
                </a:cubicBezTo>
                <a:close/>
              </a:path>
            </a:pathLst>
          </a:custGeom>
          <a:solidFill>
            <a:srgbClr val="ADBFFC">
              <a:alpha val="50200"/>
            </a:srgbClr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36"/>
          <p:cNvSpPr/>
          <p:nvPr/>
        </p:nvSpPr>
        <p:spPr>
          <a:xfrm>
            <a:off x="852850" y="3636250"/>
            <a:ext cx="4471500" cy="564900"/>
          </a:xfrm>
          <a:prstGeom prst="rect">
            <a:avLst/>
          </a:prstGeom>
          <a:solidFill>
            <a:srgbClr val="DCE7F7"/>
          </a:solidFill>
          <a:ln cap="flat" cmpd="sng" w="9525">
            <a:solidFill>
              <a:srgbClr val="DCE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781" name="Google Shape;78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50" y="3072100"/>
            <a:ext cx="2001074" cy="193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natomical pathology by Slidesgo">
  <a:themeElements>
    <a:clrScheme name="Simple Light">
      <a:dk1>
        <a:srgbClr val="354A8B"/>
      </a:dk1>
      <a:lt1>
        <a:srgbClr val="DCE7F7"/>
      </a:lt1>
      <a:dk2>
        <a:srgbClr val="748AD1"/>
      </a:dk2>
      <a:lt2>
        <a:srgbClr val="848CA5"/>
      </a:lt2>
      <a:accent1>
        <a:srgbClr val="FFFFFF"/>
      </a:accent1>
      <a:accent2>
        <a:srgbClr val="ADBFF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